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  <p:sldId id="25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F53CEE-AE5A-CB97-404E-A60913BF4F91}" v="1" dt="2025-07-12T16:47:27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 Murali Krishna" userId="S::pmuralikrishna@kluniversity.in::b4e88df8-02e8-4a4f-88f6-55bdf17a0457" providerId="AD" clId="Web-{61F53CEE-AE5A-CB97-404E-A60913BF4F91}"/>
    <pc:docChg chg="sldOrd">
      <pc:chgData name="P Murali Krishna" userId="S::pmuralikrishna@kluniversity.in::b4e88df8-02e8-4a4f-88f6-55bdf17a0457" providerId="AD" clId="Web-{61F53CEE-AE5A-CB97-404E-A60913BF4F91}" dt="2025-07-12T16:47:27.493" v="0"/>
      <pc:docMkLst>
        <pc:docMk/>
      </pc:docMkLst>
      <pc:sldChg chg="ord">
        <pc:chgData name="P Murali Krishna" userId="S::pmuralikrishna@kluniversity.in::b4e88df8-02e8-4a4f-88f6-55bdf17a0457" providerId="AD" clId="Web-{61F53CEE-AE5A-CB97-404E-A60913BF4F91}" dt="2025-07-12T16:47:27.493" v="0"/>
        <pc:sldMkLst>
          <pc:docMk/>
          <pc:sldMk cId="2762995042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9651E-C808-4786-A9FE-1609D590EF06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EF6DAB-F33B-4C6C-85F9-9BEC9F7B59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055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125;p1:notes">
            <a:extLst>
              <a:ext uri="{FF2B5EF4-FFF2-40B4-BE49-F238E27FC236}">
                <a16:creationId xmlns:a16="http://schemas.microsoft.com/office/drawing/2014/main" id="{BEBAFDE3-9F2C-69E3-4D3A-6DBC0E9D0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3" name="Google Shape;126;p1:notes">
            <a:extLst>
              <a:ext uri="{FF2B5EF4-FFF2-40B4-BE49-F238E27FC236}">
                <a16:creationId xmlns:a16="http://schemas.microsoft.com/office/drawing/2014/main" id="{920B5E4A-93EB-91BA-6038-3F865894F53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1108075" y="812800"/>
            <a:ext cx="5343525" cy="4008438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373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63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065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67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3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866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036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80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578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43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549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95DFB-1F17-4FB2-8F34-9A3E3F54156C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10A78-D0AA-4852-ADB8-024907F4D3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216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128;p27">
            <a:extLst>
              <a:ext uri="{FF2B5EF4-FFF2-40B4-BE49-F238E27FC236}">
                <a16:creationId xmlns:a16="http://schemas.microsoft.com/office/drawing/2014/main" id="{BFB7E14D-9C7E-F01B-1552-9A6F496A3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35944"/>
            <a:ext cx="9144000" cy="5142310"/>
          </a:xfrm>
          <a:prstGeom prst="rect">
            <a:avLst/>
          </a:prstGeom>
          <a:solidFill>
            <a:schemeClr val="bg1"/>
          </a:solidFill>
          <a:ln w="25400">
            <a:solidFill>
              <a:srgbClr val="BA8C00"/>
            </a:solidFill>
            <a:round/>
            <a:headEnd type="none" w="sm" len="sm"/>
            <a:tailEnd type="none" w="sm" len="sm"/>
          </a:ln>
        </p:spPr>
        <p:txBody>
          <a:bodyPr lIns="68569" tIns="68569" rIns="68569" bIns="68569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  <p:sp>
        <p:nvSpPr>
          <p:cNvPr id="14339" name="Google Shape;129;p27">
            <a:extLst>
              <a:ext uri="{FF2B5EF4-FFF2-40B4-BE49-F238E27FC236}">
                <a16:creationId xmlns:a16="http://schemas.microsoft.com/office/drawing/2014/main" id="{AEA79521-F691-34CB-C5D1-AA485203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0669" y="1982391"/>
            <a:ext cx="6399610" cy="2162175"/>
          </a:xfrm>
          <a:prstGeom prst="rect">
            <a:avLst/>
          </a:prstGeom>
          <a:noFill/>
          <a:ln>
            <a:noFill/>
          </a:ln>
        </p:spPr>
        <p:txBody>
          <a:bodyPr lIns="68569" tIns="34275" rIns="68569" bIns="34275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8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COURSE NAME:MATHEMATICAL OPTIMIZATION</a:t>
            </a:r>
            <a:endParaRPr lang="en-US" altLang="en-US" sz="18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2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CODE:24MT2012</a:t>
            </a: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500" b="1" dirty="0">
                <a:solidFill>
                  <a:srgbClr val="808080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Topic: </a:t>
            </a:r>
            <a:r>
              <a:rPr lang="en-US" altLang="en-US" sz="1500" b="1" dirty="0">
                <a:highlight>
                  <a:srgbClr val="FFFF00"/>
                </a:highlight>
              </a:rPr>
              <a:t>Graphical Method for an LPP</a:t>
            </a:r>
            <a:endParaRPr lang="en-US" altLang="en-US" sz="1500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en-US" sz="21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340" name="Google Shape;130;p27">
            <a:extLst>
              <a:ext uri="{FF2B5EF4-FFF2-40B4-BE49-F238E27FC236}">
                <a16:creationId xmlns:a16="http://schemas.microsoft.com/office/drawing/2014/main" id="{61521034-E34F-3177-7266-C6343D1087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173" y="1004888"/>
            <a:ext cx="4358878" cy="982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34275" rIns="68569" bIns="34275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300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1" name="Google Shape;131;p27">
            <a:extLst>
              <a:ext uri="{FF2B5EF4-FFF2-40B4-BE49-F238E27FC236}">
                <a16:creationId xmlns:a16="http://schemas.microsoft.com/office/drawing/2014/main" id="{FDE7024B-8389-C54E-62ED-727B14918BEC}"/>
              </a:ext>
            </a:extLst>
          </p:cNvPr>
          <p:cNvSpPr/>
          <p:nvPr/>
        </p:nvSpPr>
        <p:spPr>
          <a:xfrm>
            <a:off x="3906441" y="4444604"/>
            <a:ext cx="1900238" cy="339328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lIns="68569" tIns="34275" rIns="68569" bIns="34275" anchor="ctr"/>
          <a:lstStyle/>
          <a:p>
            <a:pPr algn="ctr">
              <a:defRPr/>
            </a:pPr>
            <a:r>
              <a:rPr lang="en-US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CO1: Session - 01</a:t>
            </a: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2" name="Google Shape;132;p27">
            <a:extLst>
              <a:ext uri="{FF2B5EF4-FFF2-40B4-BE49-F238E27FC236}">
                <a16:creationId xmlns:a16="http://schemas.microsoft.com/office/drawing/2014/main" id="{531E2258-5B1B-90DA-6EB1-9D1233ADE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966223"/>
            <a:ext cx="9144000" cy="34528"/>
          </a:xfrm>
          <a:prstGeom prst="rect">
            <a:avLst/>
          </a:prstGeom>
          <a:solidFill>
            <a:srgbClr val="BA25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68569" rIns="68569" bIns="68569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  <p:sp>
        <p:nvSpPr>
          <p:cNvPr id="14343" name="Google Shape;133;p27">
            <a:extLst>
              <a:ext uri="{FF2B5EF4-FFF2-40B4-BE49-F238E27FC236}">
                <a16:creationId xmlns:a16="http://schemas.microsoft.com/office/drawing/2014/main" id="{D40CF313-E761-0E1A-913B-4D6716F375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57250"/>
            <a:ext cx="9144000" cy="34529"/>
          </a:xfrm>
          <a:prstGeom prst="rect">
            <a:avLst/>
          </a:prstGeom>
          <a:solidFill>
            <a:srgbClr val="BA253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68569" rIns="68569" bIns="68569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350"/>
          </a:p>
        </p:txBody>
      </p:sp>
      <p:pic>
        <p:nvPicPr>
          <p:cNvPr id="14344" name="Google Shape;134;p27" descr="KL Deemed to be University Logo">
            <a:extLst>
              <a:ext uri="{FF2B5EF4-FFF2-40B4-BE49-F238E27FC236}">
                <a16:creationId xmlns:a16="http://schemas.microsoft.com/office/drawing/2014/main" id="{95C603BB-42D1-F54C-5CA9-55752EF77D1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91778"/>
            <a:ext cx="2641997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5" name="Google Shape;135;p27">
            <a:extLst>
              <a:ext uri="{FF2B5EF4-FFF2-40B4-BE49-F238E27FC236}">
                <a16:creationId xmlns:a16="http://schemas.microsoft.com/office/drawing/2014/main" id="{F411769A-AF2A-AD05-F7C2-BCDA9784B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1" y="1085851"/>
            <a:ext cx="2250281" cy="2250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69" tIns="68569" rIns="68569" bIns="68569"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500" baseline="-2500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endParaRPr lang="en-US" altLang="en-US" sz="1350"/>
          </a:p>
        </p:txBody>
      </p:sp>
      <p:pic>
        <p:nvPicPr>
          <p:cNvPr id="14346" name="Google Shape;136;p27">
            <a:extLst>
              <a:ext uri="{FF2B5EF4-FFF2-40B4-BE49-F238E27FC236}">
                <a16:creationId xmlns:a16="http://schemas.microsoft.com/office/drawing/2014/main" id="{612AEFF4-485F-DCF0-F9D6-613495E08613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87" t="90948" r="8739"/>
          <a:stretch>
            <a:fillRect/>
          </a:stretch>
        </p:blipFill>
        <p:spPr bwMode="auto">
          <a:xfrm>
            <a:off x="421481" y="5386387"/>
            <a:ext cx="8192691" cy="520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7" name="Slide Number Placeholder 3">
            <a:extLst>
              <a:ext uri="{FF2B5EF4-FFF2-40B4-BE49-F238E27FC236}">
                <a16:creationId xmlns:a16="http://schemas.microsoft.com/office/drawing/2014/main" id="{F74E3CD9-86F4-8BCD-3ADA-094CB5BB9B0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557213" indent="-214313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1885950" indent="-171450" defTabSz="3429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228850" indent="-171450" defTabSz="3429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2571750" indent="-171450" defTabSz="3429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2914650" indent="-171450" defTabSz="3429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8ADC383B-61B1-42D2-B10F-5E41962AC745}" type="slidenum">
              <a:rPr lang="en-IN" altLang="en-US" sz="1650">
                <a:solidFill>
                  <a:schemeClr val="accent1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IN" altLang="en-US" sz="1650">
              <a:solidFill>
                <a:schemeClr val="accent1"/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7849" y="0"/>
            <a:ext cx="9138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17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5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0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5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017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5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79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9563" y="-14777"/>
            <a:ext cx="9153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1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98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2239" y="3479"/>
            <a:ext cx="9166239" cy="686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56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35"/>
            <a:ext cx="9144000" cy="685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3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53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443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image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142" y="-6394"/>
            <a:ext cx="9162097" cy="686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950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1148</TotalTime>
  <Words>22</Words>
  <Application>Microsoft Office PowerPoint</Application>
  <PresentationFormat>On-screen Show (4:3)</PresentationFormat>
  <Paragraphs>7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BRL</dc:creator>
  <cp:lastModifiedBy>Dr  Lakshmi Ramani Burra</cp:lastModifiedBy>
  <cp:revision>11</cp:revision>
  <dcterms:created xsi:type="dcterms:W3CDTF">2023-07-09T13:11:26Z</dcterms:created>
  <dcterms:modified xsi:type="dcterms:W3CDTF">2025-07-12T16:47:27Z</dcterms:modified>
</cp:coreProperties>
</file>