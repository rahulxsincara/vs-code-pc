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50"/>
  </p:notesMasterIdLst>
  <p:sldIdLst>
    <p:sldId id="888" r:id="rId4"/>
    <p:sldId id="889" r:id="rId5"/>
    <p:sldId id="313" r:id="rId6"/>
    <p:sldId id="257" r:id="rId7"/>
    <p:sldId id="290" r:id="rId8"/>
    <p:sldId id="288" r:id="rId9"/>
    <p:sldId id="291" r:id="rId10"/>
    <p:sldId id="293" r:id="rId11"/>
    <p:sldId id="261" r:id="rId12"/>
    <p:sldId id="305" r:id="rId13"/>
    <p:sldId id="263" r:id="rId14"/>
    <p:sldId id="887" r:id="rId15"/>
    <p:sldId id="264" r:id="rId16"/>
    <p:sldId id="878" r:id="rId17"/>
    <p:sldId id="265" r:id="rId18"/>
    <p:sldId id="294" r:id="rId19"/>
    <p:sldId id="267" r:id="rId20"/>
    <p:sldId id="269" r:id="rId21"/>
    <p:sldId id="296" r:id="rId22"/>
    <p:sldId id="876" r:id="rId23"/>
    <p:sldId id="287" r:id="rId24"/>
    <p:sldId id="877" r:id="rId25"/>
    <p:sldId id="278" r:id="rId26"/>
    <p:sldId id="879" r:id="rId27"/>
    <p:sldId id="297" r:id="rId28"/>
    <p:sldId id="281" r:id="rId29"/>
    <p:sldId id="282" r:id="rId30"/>
    <p:sldId id="880" r:id="rId31"/>
    <p:sldId id="271" r:id="rId32"/>
    <p:sldId id="298" r:id="rId33"/>
    <p:sldId id="274" r:id="rId34"/>
    <p:sldId id="299" r:id="rId35"/>
    <p:sldId id="884" r:id="rId36"/>
    <p:sldId id="277" r:id="rId37"/>
    <p:sldId id="882" r:id="rId38"/>
    <p:sldId id="279" r:id="rId39"/>
    <p:sldId id="883" r:id="rId40"/>
    <p:sldId id="886" r:id="rId41"/>
    <p:sldId id="891" r:id="rId42"/>
    <p:sldId id="892" r:id="rId43"/>
    <p:sldId id="893" r:id="rId44"/>
    <p:sldId id="894" r:id="rId45"/>
    <p:sldId id="896" r:id="rId46"/>
    <p:sldId id="314" r:id="rId47"/>
    <p:sldId id="315" r:id="rId48"/>
    <p:sldId id="30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5819E3-A4B7-3BD9-7A83-B723D0FB7324}" v="16" dt="2025-07-15T04:59:34.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10" d="100"/>
          <a:sy n="110" d="100"/>
        </p:scale>
        <p:origin x="-594"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microsoft.com/office/2015/10/relationships/revisionInfo" Target="revisionInfo.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shar Kanti De" userId="S::vit.tushar@kluniversity.in::7b4f7e15-ba50-4f9a-a6ae-1e38b5a8a216" providerId="AD" clId="Web-{A35819E3-A4B7-3BD9-7A83-B723D0FB7324}"/>
    <pc:docChg chg="modSld">
      <pc:chgData name="Tushar Kanti De" userId="S::vit.tushar@kluniversity.in::7b4f7e15-ba50-4f9a-a6ae-1e38b5a8a216" providerId="AD" clId="Web-{A35819E3-A4B7-3BD9-7A83-B723D0FB7324}" dt="2025-07-15T04:59:34.230" v="12" actId="20577"/>
      <pc:docMkLst>
        <pc:docMk/>
      </pc:docMkLst>
      <pc:sldChg chg="modSp">
        <pc:chgData name="Tushar Kanti De" userId="S::vit.tushar@kluniversity.in::7b4f7e15-ba50-4f9a-a6ae-1e38b5a8a216" providerId="AD" clId="Web-{A35819E3-A4B7-3BD9-7A83-B723D0FB7324}" dt="2025-07-15T04:59:22.307" v="9" actId="20577"/>
        <pc:sldMkLst>
          <pc:docMk/>
          <pc:sldMk cId="0" sldId="300"/>
        </pc:sldMkLst>
        <pc:spChg chg="mod">
          <ac:chgData name="Tushar Kanti De" userId="S::vit.tushar@kluniversity.in::7b4f7e15-ba50-4f9a-a6ae-1e38b5a8a216" providerId="AD" clId="Web-{A35819E3-A4B7-3BD9-7A83-B723D0FB7324}" dt="2025-07-15T04:59:22.307" v="9" actId="20577"/>
          <ac:spMkLst>
            <pc:docMk/>
            <pc:sldMk cId="0" sldId="300"/>
            <ac:spMk id="17" creationId="{00000000-0000-0000-0000-000000000000}"/>
          </ac:spMkLst>
        </pc:spChg>
      </pc:sldChg>
      <pc:sldChg chg="modSp">
        <pc:chgData name="Tushar Kanti De" userId="S::vit.tushar@kluniversity.in::7b4f7e15-ba50-4f9a-a6ae-1e38b5a8a216" providerId="AD" clId="Web-{A35819E3-A4B7-3BD9-7A83-B723D0FB7324}" dt="2025-07-15T04:59:34.230" v="12" actId="20577"/>
        <pc:sldMkLst>
          <pc:docMk/>
          <pc:sldMk cId="0" sldId="888"/>
        </pc:sldMkLst>
        <pc:spChg chg="mod">
          <ac:chgData name="Tushar Kanti De" userId="S::vit.tushar@kluniversity.in::7b4f7e15-ba50-4f9a-a6ae-1e38b5a8a216" providerId="AD" clId="Web-{A35819E3-A4B7-3BD9-7A83-B723D0FB7324}" dt="2025-07-15T04:59:34.230" v="12" actId="20577"/>
          <ac:spMkLst>
            <pc:docMk/>
            <pc:sldMk cId="0" sldId="888"/>
            <ac:spMk id="47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69294-BE40-4F53-9009-F96CD52AF726}" type="datetimeFigureOut">
              <a:rPr lang="en-US" smtClean="0"/>
              <a:t>7/14/2025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7285F-CC9D-4373-8D84-5F563E3CB58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ABC5D3E-AD7C-4061-B910-6FC297591A8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3299" name="Rectangle 2"/>
          <p:cNvSpPr>
            <a:spLocks noGrp="1" noRot="1" noChangeAspect="1" noChangeArrowheads="1" noTextEdit="1"/>
          </p:cNvSpPr>
          <p:nvPr>
            <p:ph type="sldImg"/>
          </p:nvPr>
        </p:nvSpPr>
        <p:spPr/>
      </p:sp>
      <p:sp>
        <p:nvSpPr>
          <p:cNvPr id="183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415E10E-A097-4834-80C5-A2C1D646F8B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415E10E-A097-4834-80C5-A2C1D646F8B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15E10E-A097-4834-80C5-A2C1D646F8B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415E10E-A097-4834-80C5-A2C1D646F8B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415E10E-A097-4834-80C5-A2C1D646F8B9}" type="datetimeFigureOut">
              <a:rPr lang="en-IN" smtClean="0"/>
              <a:t>14-07-2025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415E10E-A097-4834-80C5-A2C1D646F8B9}" type="datetimeFigureOut">
              <a:rPr lang="en-IN" smtClean="0"/>
              <a:t>14-07-2025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15E10E-A097-4834-80C5-A2C1D646F8B9}" type="datetimeFigureOut">
              <a:rPr lang="en-IN" smtClean="0"/>
              <a:t>14-07-2025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15E10E-A097-4834-80C5-A2C1D646F8B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15E10E-A097-4834-80C5-A2C1D646F8B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415E10E-A097-4834-80C5-A2C1D646F8B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415E10E-A097-4834-80C5-A2C1D646F8B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EAE7FC-C46B-42A3-8E15-9BB501A8C155}"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t>14-07-2025</a:t>
            </a:fld>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411B506F-014D-4AEE-AB19-7CED1B81311E}"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t>14-07-2025</a:t>
            </a:fld>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D814FC-E926-4084-8429-4372D9FF5F08}" type="datetimeFigureOut">
              <a:rPr lang="en-IN" smtClean="0"/>
              <a:t>14-07-2025</a:t>
            </a:fld>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D814FC-E926-4084-8429-4372D9FF5F08}" type="datetimeFigureOut">
              <a:rPr lang="en-IN" smtClean="0"/>
              <a:t>14-07-2025</a:t>
            </a:fld>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D814FC-E926-4084-8429-4372D9FF5F08}" type="datetimeFigureOut">
              <a:rPr lang="en-IN" smtClean="0"/>
              <a:t>14-07-2025</a:t>
            </a:fld>
            <a:endParaRPr lang="en-IN"/>
          </a:p>
        </p:txBody>
      </p:sp>
      <p:sp>
        <p:nvSpPr>
          <p:cNvPr id="9" name="Slide Number Placeholder 8"/>
          <p:cNvSpPr>
            <a:spLocks noGrp="1"/>
          </p:cNvSpPr>
          <p:nvPr>
            <p:ph type="sldNum" sz="quarter" idx="12"/>
          </p:nvPr>
        </p:nvSpPr>
        <p:spPr/>
        <p:txBody>
          <a:bodyPr/>
          <a:lstStyle/>
          <a:p>
            <a:fld id="{411B506F-014D-4AEE-AB19-7CED1B81311E}"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D814FC-E926-4084-8429-4372D9FF5F08}" type="datetimeFigureOut">
              <a:rPr lang="en-IN" smtClean="0"/>
              <a:t>14-07-2025</a:t>
            </a:fld>
            <a:endParaRPr lang="en-IN"/>
          </a:p>
        </p:txBody>
      </p:sp>
      <p:sp>
        <p:nvSpPr>
          <p:cNvPr id="5" name="Slide Number Placeholder 4"/>
          <p:cNvSpPr>
            <a:spLocks noGrp="1"/>
          </p:cNvSpPr>
          <p:nvPr>
            <p:ph type="sldNum" sz="quarter" idx="12"/>
          </p:nvPr>
        </p:nvSpPr>
        <p:spPr/>
        <p:txBody>
          <a:bodyPr/>
          <a:lstStyle/>
          <a:p>
            <a:fld id="{411B506F-014D-4AEE-AB19-7CED1B81311E}"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D814FC-E926-4084-8429-4372D9FF5F08}" type="datetimeFigureOut">
              <a:rPr lang="en-IN" smtClean="0"/>
              <a:t>14-07-2025</a:t>
            </a:fld>
            <a:endParaRPr lang="en-IN"/>
          </a:p>
        </p:txBody>
      </p:sp>
      <p:sp>
        <p:nvSpPr>
          <p:cNvPr id="4" name="Slide Number Placeholder 3"/>
          <p:cNvSpPr>
            <a:spLocks noGrp="1"/>
          </p:cNvSpPr>
          <p:nvPr>
            <p:ph type="sldNum" sz="quarter" idx="12"/>
          </p:nvPr>
        </p:nvSpPr>
        <p:spPr/>
        <p:txBody>
          <a:bodyPr/>
          <a:lstStyle/>
          <a:p>
            <a:fld id="{411B506F-014D-4AEE-AB19-7CED1B81311E}"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814FC-E926-4084-8429-4372D9FF5F08}" type="datetimeFigureOut">
              <a:rPr lang="en-IN" smtClean="0"/>
              <a:t>14-07-2025</a:t>
            </a:fld>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4D814FC-E926-4084-8429-4372D9FF5F08}" type="datetimeFigureOut">
              <a:rPr lang="en-IN" smtClean="0"/>
              <a:t>14-07-2025</a:t>
            </a:fld>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t>14-07-2025</a:t>
            </a:fld>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t>14-07-2025</a:t>
            </a:fld>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t>14-07-2025</a:t>
            </a:fld>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E6B12C2-C7BD-4B18-8E75-AF701D5C39C4}"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t>14-07-2025</a:t>
            </a:fld>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FD3F6B-7404-4646-84C0-AC5BDFFC8711}" type="datetimeFigureOut">
              <a:rPr lang="en-IN" smtClean="0"/>
              <a:t>14-07-2025</a:t>
            </a:fld>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FD3F6B-7404-4646-84C0-AC5BDFFC8711}" type="datetimeFigureOut">
              <a:rPr lang="en-IN" smtClean="0"/>
              <a:t>14-07-2025</a:t>
            </a:fld>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FD3F6B-7404-4646-84C0-AC5BDFFC8711}" type="datetimeFigureOut">
              <a:rPr lang="en-IN" smtClean="0"/>
              <a:t>14-07-2025</a:t>
            </a:fld>
            <a:endParaRPr lang="en-IN"/>
          </a:p>
        </p:txBody>
      </p:sp>
      <p:sp>
        <p:nvSpPr>
          <p:cNvPr id="9" name="Slide Number Placeholder 8"/>
          <p:cNvSpPr>
            <a:spLocks noGrp="1"/>
          </p:cNvSpPr>
          <p:nvPr>
            <p:ph type="sldNum" sz="quarter" idx="12"/>
          </p:nvPr>
        </p:nvSpPr>
        <p:spPr/>
        <p:txBody>
          <a:bodyPr/>
          <a:lstStyle/>
          <a:p>
            <a:fld id="{5E6B12C2-C7BD-4B18-8E75-AF701D5C39C4}"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FD3F6B-7404-4646-84C0-AC5BDFFC8711}" type="datetimeFigureOut">
              <a:rPr lang="en-IN" smtClean="0"/>
              <a:t>14-07-2025</a:t>
            </a:fld>
            <a:endParaRPr lang="en-IN"/>
          </a:p>
        </p:txBody>
      </p:sp>
      <p:sp>
        <p:nvSpPr>
          <p:cNvPr id="5" name="Slide Number Placeholder 4"/>
          <p:cNvSpPr>
            <a:spLocks noGrp="1"/>
          </p:cNvSpPr>
          <p:nvPr>
            <p:ph type="sldNum" sz="quarter" idx="12"/>
          </p:nvPr>
        </p:nvSpPr>
        <p:spPr/>
        <p:txBody>
          <a:bodyPr/>
          <a:lstStyle/>
          <a:p>
            <a:fld id="{5E6B12C2-C7BD-4B18-8E75-AF701D5C39C4}"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FD3F6B-7404-4646-84C0-AC5BDFFC8711}" type="datetimeFigureOut">
              <a:rPr lang="en-IN" smtClean="0"/>
              <a:t>14-07-2025</a:t>
            </a:fld>
            <a:endParaRPr lang="en-IN"/>
          </a:p>
        </p:txBody>
      </p:sp>
      <p:sp>
        <p:nvSpPr>
          <p:cNvPr id="4" name="Slide Number Placeholder 3"/>
          <p:cNvSpPr>
            <a:spLocks noGrp="1"/>
          </p:cNvSpPr>
          <p:nvPr>
            <p:ph type="sldNum" sz="quarter" idx="12"/>
          </p:nvPr>
        </p:nvSpPr>
        <p:spPr/>
        <p:txBody>
          <a:bodyPr/>
          <a:lstStyle/>
          <a:p>
            <a:fld id="{5E6B12C2-C7BD-4B18-8E75-AF701D5C39C4}" type="slidenum">
              <a:rPr lang="en-IN" smtClean="0"/>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FD3F6B-7404-4646-84C0-AC5BDFFC8711}" type="datetimeFigureOut">
              <a:rPr lang="en-IN" smtClean="0"/>
              <a:t>14-07-2025</a:t>
            </a:fld>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2FD3F6B-7404-4646-84C0-AC5BDFFC8711}" type="datetimeFigureOut">
              <a:rPr lang="en-IN" smtClean="0"/>
              <a:t>14-07-2025</a:t>
            </a:fld>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t>14-07-2025</a:t>
            </a:fld>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t>14-07-2025</a:t>
            </a:fld>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3.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2.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15E10E-A097-4834-80C5-A2C1D646F8B9}" type="datetimeFigureOut">
              <a:rPr lang="en-IN" smtClean="0"/>
              <a:t>14-07-2025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EAE7FC-C46B-42A3-8E15-9BB501A8C15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415E10E-A097-4834-80C5-A2C1D646F8B9}" type="datetimeFigureOut">
              <a:rPr lang="en-IN" smtClean="0"/>
              <a:t>14-07-2025</a:t>
            </a:fld>
            <a:endParaRPr lang="en-IN"/>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F3EAE7FC-C46B-42A3-8E15-9BB501A8C155}"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415E10E-A097-4834-80C5-A2C1D646F8B9}" type="datetimeFigureOut">
              <a:rPr lang="en-IN" smtClean="0"/>
              <a:t>14-07-2025</a:t>
            </a:fld>
            <a:endParaRPr lang="en-IN"/>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F3EAE7FC-C46B-42A3-8E15-9BB501A8C155}"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3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68540" y="-45719"/>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45719"/>
            <a:ext cx="6027459" cy="6623931"/>
          </a:xfrm>
          <a:prstGeom prst="rect">
            <a:avLst/>
          </a:prstGeom>
          <a:noFill/>
          <a:ln>
            <a:noFill/>
          </a:ln>
        </p:spPr>
      </p:pic>
      <p:sp>
        <p:nvSpPr>
          <p:cNvPr id="476" name="Google Shape;476;p16"/>
          <p:cNvSpPr txBox="1"/>
          <p:nvPr/>
        </p:nvSpPr>
        <p:spPr>
          <a:xfrm>
            <a:off x="5470427" y="1434897"/>
            <a:ext cx="6902548" cy="2554505"/>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GB" altLang="en-US" sz="3200" b="1" cap="all" dirty="0">
                <a:solidFill>
                  <a:srgbClr val="C00000"/>
                </a:solidFill>
                <a:cs typeface="Poppins" panose="00000500000000000000" pitchFamily="2" charset="0"/>
                <a:sym typeface="BioRhyme ExtraBold"/>
              </a:rPr>
              <a:t>computer </a:t>
            </a:r>
            <a:r>
              <a:rPr lang="en-US" sz="3200" b="1" cap="all" dirty="0">
                <a:solidFill>
                  <a:srgbClr val="C00000"/>
                </a:solidFill>
                <a:cs typeface="Poppins" panose="00000500000000000000" pitchFamily="2" charset="0"/>
                <a:sym typeface="BioRhyme ExtraBold"/>
              </a:rPr>
              <a:t>Network</a:t>
            </a:r>
            <a:r>
              <a:rPr lang="en-GB" altLang="en-US" sz="3200" b="1" cap="all" dirty="0">
                <a:solidFill>
                  <a:srgbClr val="C00000"/>
                </a:solidFill>
                <a:cs typeface="Poppins" panose="00000500000000000000" pitchFamily="2" charset="0"/>
                <a:sym typeface="BioRhyme ExtraBold"/>
              </a:rPr>
              <a:t>s</a:t>
            </a:r>
            <a:r>
              <a:rPr lang="en-US" sz="3200" b="1" cap="all" dirty="0">
                <a:solidFill>
                  <a:srgbClr val="C00000"/>
                </a:solidFill>
                <a:cs typeface="Poppins" panose="00000500000000000000" pitchFamily="2" charset="0"/>
                <a:sym typeface="BioRhyme ExtraBold"/>
              </a:rPr>
              <a:t> </a:t>
            </a:r>
          </a:p>
          <a:p>
            <a:pPr marR="0" lvl="0" indent="0" algn="ctr">
              <a:spcBef>
                <a:spcPts val="0"/>
              </a:spcBef>
              <a:spcAft>
                <a:spcPts val="0"/>
              </a:spcAft>
              <a:buNone/>
            </a:pPr>
            <a:r>
              <a:rPr lang="en-US" sz="3200" b="1" cap="all" dirty="0">
                <a:solidFill>
                  <a:srgbClr val="C00000"/>
                </a:solidFill>
                <a:cs typeface="Poppins"/>
                <a:sym typeface="BioRhyme ExtraBold"/>
              </a:rPr>
              <a:t>2</a:t>
            </a:r>
            <a:r>
              <a:rPr lang="en-GB" altLang="en-US" sz="3200" b="1" cap="all" dirty="0">
                <a:solidFill>
                  <a:srgbClr val="C00000"/>
                </a:solidFill>
                <a:cs typeface="Poppins"/>
                <a:sym typeface="BioRhyme ExtraBold"/>
              </a:rPr>
              <a:t>4CS</a:t>
            </a:r>
            <a:r>
              <a:rPr lang="en-US" sz="3200" b="1" cap="all" dirty="0">
                <a:solidFill>
                  <a:srgbClr val="C00000"/>
                </a:solidFill>
                <a:cs typeface="Poppins"/>
                <a:sym typeface="BioRhyme ExtraBold"/>
              </a:rPr>
              <a:t>220</a:t>
            </a:r>
            <a:r>
              <a:rPr lang="en-GB" altLang="en-US" sz="3200" b="1" cap="all" dirty="0">
                <a:solidFill>
                  <a:srgbClr val="C00000"/>
                </a:solidFill>
                <a:cs typeface="Poppins"/>
                <a:sym typeface="BioRhyme ExtraBold"/>
              </a:rPr>
              <a:t>2</a:t>
            </a:r>
            <a:endParaRPr lang="en-US" sz="3200" b="1" cap="all" dirty="0">
              <a:solidFill>
                <a:srgbClr val="C00000"/>
              </a:solidFill>
              <a:ea typeface="BioRhyme ExtraBold"/>
              <a:cs typeface="Poppins"/>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800" b="1" cap="all" dirty="0">
                <a:solidFill>
                  <a:srgbClr val="C00000"/>
                </a:solidFill>
                <a:cs typeface="Poppins"/>
              </a:rPr>
              <a:t>IP Addressing: CLASSFUL &amp; CLASSLESS Addressing</a:t>
            </a:r>
            <a:endParaRPr lang="en-US" sz="2800" b="1" dirty="0">
              <a:solidFill>
                <a:srgbClr val="C00000"/>
              </a:solidFill>
              <a:effectLst/>
              <a:cs typeface="Poppins"/>
            </a:endParaRPr>
          </a:p>
        </p:txBody>
      </p:sp>
      <p:sp>
        <p:nvSpPr>
          <p:cNvPr id="8" name="Google Shape;502;p17"/>
          <p:cNvSpPr/>
          <p:nvPr/>
        </p:nvSpPr>
        <p:spPr>
          <a:xfrm>
            <a:off x="7804143" y="5025565"/>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1</a:t>
            </a:r>
            <a:r>
              <a:rPr lang="en-GB" altLang="en-US" sz="2400" dirty="0">
                <a:solidFill>
                  <a:schemeClr val="lt1"/>
                </a:solidFill>
                <a:ea typeface="Calibri" panose="020F0502020204030204"/>
                <a:cs typeface="Poppins" panose="00000500000000000000" pitchFamily="2" charset="0"/>
                <a:sym typeface="Calibri" panose="020F0502020204030204"/>
              </a:rPr>
              <a:t>7</a:t>
            </a: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p>
        </p:txBody>
      </p:sp>
      <p:sp>
        <p:nvSpPr>
          <p:cNvPr id="5" name="TextBox 4"/>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concept of IP Addressing </a:t>
            </a:r>
          </a:p>
          <a:p>
            <a:pPr>
              <a:lnSpc>
                <a:spcPct val="150000"/>
              </a:lnSpc>
            </a:pPr>
            <a:endParaRPr lang="en-US" sz="1600" b="0" i="0" dirty="0">
              <a:effectLst/>
              <a:latin typeface="Poppins"/>
              <a:cs typeface="Poppins"/>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p>
        </p:txBody>
      </p:sp>
      <p:sp>
        <p:nvSpPr>
          <p:cNvPr id="9" name="TextBox 8"/>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Describe the concepts of Classful addressing.</a:t>
            </a:r>
          </a:p>
          <a:p>
            <a:pPr marL="342900" indent="-342900">
              <a:buAutoNum type="arabicPeriod"/>
            </a:pPr>
            <a:r>
              <a:rPr lang="en-US" sz="1600" b="0" i="0" dirty="0">
                <a:effectLst/>
                <a:latin typeface="Arial" panose="020B0604020202020204" pitchFamily="34" charset="0"/>
              </a:rPr>
              <a:t>Describe the concepts of Classless addressing.</a:t>
            </a:r>
            <a:r>
              <a:rPr lang="en-US" sz="1600" b="0" i="0" dirty="0">
                <a:effectLst/>
                <a:latin typeface="Arial" panose="020B0604020202020204"/>
                <a:cs typeface="Arial" panose="020B0604020202020204"/>
              </a:rPr>
              <a:t> </a:t>
            </a:r>
            <a:endParaRPr lang="en-US" sz="1600" dirty="0">
              <a:latin typeface="Arial" panose="020B0604020202020204"/>
              <a:cs typeface="Arial" panose="020B0604020202020204"/>
            </a:endParaRP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pPr marL="342900" indent="-342900">
              <a:buAutoNum type="arabicPeriod"/>
            </a:pPr>
            <a:r>
              <a:rPr lang="en-US" sz="1600" b="0" i="0" dirty="0">
                <a:effectLst/>
                <a:latin typeface="Arial" panose="020B0604020202020204" pitchFamily="34" charset="0"/>
              </a:rPr>
              <a:t>Solve the IP addressing problems related to Classful addressing.</a:t>
            </a:r>
          </a:p>
          <a:p>
            <a:pPr marL="342900" indent="-342900">
              <a:buAutoNum type="arabicPeriod"/>
            </a:pPr>
            <a:r>
              <a:rPr lang="en-US" sz="1600" dirty="0">
                <a:latin typeface="Arial" panose="020B0604020202020204" pitchFamily="34" charset="0"/>
              </a:rPr>
              <a:t>Solve the IP addressing problems related to Classless addressing.</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4953" y="2019497"/>
            <a:ext cx="9603275" cy="4029611"/>
          </a:xfrm>
        </p:spPr>
        <p:txBody>
          <a:bodyPr>
            <a:noAutofit/>
          </a:bodyPr>
          <a:lstStyle/>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 Address​</a:t>
            </a:r>
            <a:r>
              <a:rPr lang="en-US" sz="1600" b="1" dirty="0" err="1">
                <a:latin typeface="Times New Roman" panose="02020603050405020304" pitchFamily="18" charset="0"/>
                <a:ea typeface="+mn-lt"/>
                <a:cs typeface="Times New Roman" panose="02020603050405020304" pitchFamily="18" charset="0"/>
              </a:rPr>
              <a:t>es</a:t>
            </a:r>
            <a:endParaRPr lang="en-US" sz="1600" b="1" dirty="0">
              <a:latin typeface="Times New Roman" panose="02020603050405020304" pitchFamily="18" charset="0"/>
              <a:ea typeface="+mn-lt"/>
              <a:cs typeface="Times New Roman" panose="02020603050405020304" pitchFamily="18" charset="0"/>
            </a:endParaRP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IPv4 Address Space</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Notations</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Classful Addressing</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Classless Addressing</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IPv6 </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Addressing Methods</a:t>
            </a:r>
          </a:p>
        </p:txBody>
      </p:sp>
      <p:sp>
        <p:nvSpPr>
          <p:cNvPr id="4" name="Slide Number Placeholder 3"/>
          <p:cNvSpPr>
            <a:spLocks noGrp="1"/>
          </p:cNvSpPr>
          <p:nvPr>
            <p:ph type="sldNum" sz="quarter" idx="12"/>
          </p:nvPr>
        </p:nvSpPr>
        <p:spPr/>
        <p:txBody>
          <a:bodyPr/>
          <a:lstStyle/>
          <a:p>
            <a:fld id="{CBABCCC1-BF11-4F37-963E-1BCD5B23FD72}" type="slidenum">
              <a:rPr lang="en-IN" smtClean="0"/>
              <a:t>3</a:t>
            </a:fld>
            <a:endParaRPr lang="en-IN"/>
          </a:p>
        </p:txBody>
      </p:sp>
      <p:sp>
        <p:nvSpPr>
          <p:cNvPr id="6" name="TextBox 5"/>
          <p:cNvSpPr txBox="1"/>
          <p:nvPr/>
        </p:nvSpPr>
        <p:spPr>
          <a:xfrm>
            <a:off x="3041072" y="1190938"/>
            <a:ext cx="6109854" cy="707886"/>
          </a:xfrm>
          <a:prstGeom prst="rect">
            <a:avLst/>
          </a:prstGeom>
          <a:noFill/>
        </p:spPr>
        <p:txBody>
          <a:bodyPr wrap="square">
            <a:spAutoFit/>
          </a:bodyPr>
          <a:lstStyle/>
          <a:p>
            <a:pPr algn="ctr">
              <a:spcBef>
                <a:spcPts val="600"/>
              </a:spcBef>
              <a:spcAft>
                <a:spcPts val="600"/>
              </a:spcAft>
            </a:pPr>
            <a:r>
              <a:rPr lang="en-IN" sz="4000" b="1" dirty="0">
                <a:solidFill>
                  <a:srgbClr val="C00000"/>
                </a:solidFill>
                <a:latin typeface="Times New Roman" panose="02020603050405020304" pitchFamily="18" charset="0"/>
                <a:cs typeface="Times New Roman" panose="02020603050405020304" pitchFamily="18" charset="0"/>
              </a:rPr>
              <a:t>AGENDA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439057" y="995703"/>
            <a:ext cx="8802963" cy="503490"/>
          </a:xfrm>
          <a:prstGeom prst="rect">
            <a:avLst/>
          </a:prstGeom>
        </p:spPr>
        <p:txBody>
          <a:bodyPr vert="horz" wrap="square" lIns="0" tIns="10941" rIns="0" bIns="0" rtlCol="0" anchor="ctr">
            <a:spAutoFit/>
          </a:bodyPr>
          <a:lstStyle/>
          <a:p>
            <a:pPr marL="284480">
              <a:lnSpc>
                <a:spcPct val="100000"/>
              </a:lnSpc>
              <a:spcBef>
                <a:spcPts val="85"/>
              </a:spcBef>
              <a:tabLst>
                <a:tab pos="1235075" algn="l"/>
              </a:tabLst>
            </a:pPr>
            <a:r>
              <a:rPr lang="en-IN" spc="-5" dirty="0"/>
              <a:t> </a:t>
            </a:r>
            <a:r>
              <a:rPr spc="-5" dirty="0"/>
              <a:t>IP</a:t>
            </a:r>
            <a:r>
              <a:rPr lang="en-IN" spc="-5" dirty="0"/>
              <a:t> </a:t>
            </a:r>
            <a:r>
              <a:rPr spc="-5" dirty="0"/>
              <a:t>ADDRESSES</a:t>
            </a:r>
          </a:p>
        </p:txBody>
      </p:sp>
      <p:sp>
        <p:nvSpPr>
          <p:cNvPr id="11" name="object 11"/>
          <p:cNvSpPr txBox="1"/>
          <p:nvPr/>
        </p:nvSpPr>
        <p:spPr>
          <a:xfrm>
            <a:off x="1439056" y="1939819"/>
            <a:ext cx="10152721" cy="3681479"/>
          </a:xfrm>
          <a:prstGeom prst="rect">
            <a:avLst/>
          </a:prstGeom>
        </p:spPr>
        <p:txBody>
          <a:bodyPr vert="horz" wrap="square" lIns="0" tIns="11516" rIns="0" bIns="0" rtlCol="0">
            <a:spAutoFit/>
          </a:bodyPr>
          <a:lstStyle/>
          <a:p>
            <a:pPr marL="354330" marR="4445" lvl="0" indent="-342900" algn="just" defTabSz="457200">
              <a:lnSpc>
                <a:spcPct val="150000"/>
              </a:lnSpc>
              <a:spcBef>
                <a:spcPts val="90"/>
              </a:spcBef>
              <a:buFont typeface="Wingdings" panose="05000000000000000000" pitchFamily="2" charset="2"/>
              <a:buChar char="Ø"/>
              <a:defRPr/>
            </a:pPr>
            <a:r>
              <a:rPr lang="en-IN" sz="2000" i="1" dirty="0"/>
              <a:t>An </a:t>
            </a:r>
            <a:r>
              <a:rPr lang="en-IN" sz="2000" i="1" dirty="0">
                <a:solidFill>
                  <a:srgbClr val="0070C0"/>
                </a:solidFill>
              </a:rPr>
              <a:t>IP address </a:t>
            </a:r>
            <a:r>
              <a:rPr lang="en-IN" sz="2000" i="1" dirty="0"/>
              <a:t>is a numeric identifier assigned to each machine on an IP network. </a:t>
            </a:r>
          </a:p>
          <a:p>
            <a:pPr marL="354330" marR="4445" lvl="0" indent="-342900" algn="just" defTabSz="457200">
              <a:lnSpc>
                <a:spcPct val="150000"/>
              </a:lnSpc>
              <a:spcBef>
                <a:spcPts val="90"/>
              </a:spcBef>
              <a:buFont typeface="Wingdings" panose="05000000000000000000" pitchFamily="2" charset="2"/>
              <a:buChar char="Ø"/>
              <a:defRPr/>
            </a:pPr>
            <a:endParaRPr lang="en-IN" sz="1100" i="1" dirty="0"/>
          </a:p>
          <a:p>
            <a:pPr marL="354330" marR="4445" indent="-342900" algn="just" defTabSz="457200">
              <a:lnSpc>
                <a:spcPct val="150000"/>
              </a:lnSpc>
              <a:spcBef>
                <a:spcPts val="90"/>
              </a:spcBef>
              <a:buFont typeface="Wingdings" panose="05000000000000000000" pitchFamily="2" charset="2"/>
              <a:buChar char="Ø"/>
              <a:defRPr/>
            </a:pPr>
            <a:r>
              <a:rPr lang="en-IN" sz="2000" i="1" dirty="0"/>
              <a:t>An IP address is a software or logical address, and it designates the specific location of a device on the network. </a:t>
            </a:r>
          </a:p>
          <a:p>
            <a:pPr marL="354330" marR="4445" lvl="0" indent="-342900" algn="just" defTabSz="457200">
              <a:lnSpc>
                <a:spcPct val="150000"/>
              </a:lnSpc>
              <a:spcBef>
                <a:spcPts val="90"/>
              </a:spcBef>
              <a:buFont typeface="Wingdings" panose="05000000000000000000" pitchFamily="2" charset="2"/>
              <a:buChar char="Ø"/>
              <a:defRPr/>
            </a:pPr>
            <a:endParaRPr lang="en-IN" sz="1100" i="1" dirty="0"/>
          </a:p>
          <a:p>
            <a:pPr marL="354330" marR="4445" lvl="0" indent="-342900" algn="just" defTabSz="457200">
              <a:lnSpc>
                <a:spcPct val="150000"/>
              </a:lnSpc>
              <a:spcBef>
                <a:spcPts val="90"/>
              </a:spcBef>
              <a:buFont typeface="Wingdings" panose="05000000000000000000" pitchFamily="2" charset="2"/>
              <a:buChar char="Ø"/>
              <a:defRPr/>
            </a:pPr>
            <a:r>
              <a:rPr lang="en-IN" sz="2000" i="1" dirty="0"/>
              <a:t>IP addressing was designed to allow hosts on one network to communicate with a host on a different network regardless of the type of LANs the hosts are participating in.  </a:t>
            </a:r>
          </a:p>
          <a:p>
            <a:pPr marL="354330" marR="4445" lvl="0" indent="-342900" algn="just" defTabSz="457200">
              <a:lnSpc>
                <a:spcPct val="150000"/>
              </a:lnSpc>
              <a:spcBef>
                <a:spcPts val="90"/>
              </a:spcBef>
              <a:buFont typeface="Wingdings" panose="05000000000000000000" pitchFamily="2" charset="2"/>
              <a:buChar char="Ø"/>
              <a:defRPr/>
            </a:pPr>
            <a:endParaRPr lang="en-IN" sz="1200" i="1" dirty="0"/>
          </a:p>
          <a:p>
            <a:pPr marL="354330" marR="4445" lvl="0" indent="-342900" algn="just" defTabSz="457200">
              <a:lnSpc>
                <a:spcPct val="150000"/>
              </a:lnSpc>
              <a:spcBef>
                <a:spcPts val="90"/>
              </a:spcBef>
              <a:buFont typeface="Wingdings" panose="05000000000000000000" pitchFamily="2" charset="2"/>
              <a:buChar char="Ø"/>
              <a:defRPr/>
            </a:pPr>
            <a:r>
              <a:rPr lang="en-IN" sz="2000" i="1" dirty="0"/>
              <a:t>Versions: IPv4 and IPv6</a:t>
            </a:r>
            <a:endParaRPr sz="20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378978" y="903370"/>
            <a:ext cx="9535557" cy="688156"/>
          </a:xfrm>
          <a:prstGeom prst="rect">
            <a:avLst/>
          </a:prstGeom>
        </p:spPr>
        <p:txBody>
          <a:bodyPr vert="horz" wrap="square" lIns="0" tIns="10941" rIns="0" bIns="0" rtlCol="0" anchor="ctr">
            <a:spAutoFit/>
          </a:bodyPr>
          <a:lstStyle/>
          <a:p>
            <a:pPr marL="284480">
              <a:lnSpc>
                <a:spcPct val="100000"/>
              </a:lnSpc>
              <a:spcBef>
                <a:spcPts val="85"/>
              </a:spcBef>
              <a:tabLst>
                <a:tab pos="1235075" algn="l"/>
              </a:tabLst>
            </a:pPr>
            <a:r>
              <a:rPr spc="-5" dirty="0"/>
              <a:t>IPv4</a:t>
            </a:r>
            <a:r>
              <a:rPr spc="-163" dirty="0"/>
              <a:t> </a:t>
            </a:r>
            <a:r>
              <a:rPr spc="-5" dirty="0"/>
              <a:t>ADDRESSES</a:t>
            </a:r>
          </a:p>
        </p:txBody>
      </p:sp>
      <p:sp>
        <p:nvSpPr>
          <p:cNvPr id="11" name="object 11"/>
          <p:cNvSpPr txBox="1"/>
          <p:nvPr/>
        </p:nvSpPr>
        <p:spPr>
          <a:xfrm>
            <a:off x="2051495" y="1939819"/>
            <a:ext cx="8190525" cy="2665047"/>
          </a:xfrm>
          <a:prstGeom prst="rect">
            <a:avLst/>
          </a:prstGeom>
        </p:spPr>
        <p:txBody>
          <a:bodyPr vert="horz" wrap="square" lIns="0" tIns="11516" rIns="0" bIns="0" rtlCol="0">
            <a:spAutoFit/>
          </a:bodyPr>
          <a:lstStyle/>
          <a:p>
            <a:pPr marL="11430" marR="4445" lvl="0" indent="0" algn="just" defTabSz="457200" rtl="0" eaLnBrk="1" fontAlgn="auto" latinLnBrk="0" hangingPunct="1">
              <a:lnSpc>
                <a:spcPct val="100000"/>
              </a:lnSpc>
              <a:spcBef>
                <a:spcPts val="90"/>
              </a:spcBef>
              <a:spcAft>
                <a:spcPts val="0"/>
              </a:spcAft>
              <a:buClrTx/>
              <a:buSzTx/>
              <a:buFontTx/>
              <a:buNone/>
              <a:defRPr/>
            </a:pPr>
            <a:r>
              <a:rPr sz="2000" i="1" dirty="0"/>
              <a:t>An IPv4 address is a 32-bit address that uniquely and  universally defines the connection of a device (for  example, a computer or a router) to the Internet..</a:t>
            </a:r>
          </a:p>
          <a:p>
            <a:pPr marL="0" marR="0" lvl="0" indent="0" algn="l" defTabSz="457200" rtl="0" eaLnBrk="1" fontAlgn="auto" latinLnBrk="0" hangingPunct="1">
              <a:lnSpc>
                <a:spcPct val="100000"/>
              </a:lnSpc>
              <a:spcBef>
                <a:spcPts val="0"/>
              </a:spcBef>
              <a:spcAft>
                <a:spcPts val="0"/>
              </a:spcAft>
              <a:buClrTx/>
              <a:buSzTx/>
              <a:buFontTx/>
              <a:buNone/>
              <a:defRPr/>
            </a:pPr>
            <a:endParaRPr sz="2000" i="1" dirty="0"/>
          </a:p>
          <a:p>
            <a:pPr marL="36830" marR="0" lvl="0" indent="0" algn="l" defTabSz="457200" rtl="0" eaLnBrk="1" fontAlgn="auto" latinLnBrk="0" hangingPunct="1">
              <a:lnSpc>
                <a:spcPct val="100000"/>
              </a:lnSpc>
              <a:spcBef>
                <a:spcPts val="0"/>
              </a:spcBef>
              <a:spcAft>
                <a:spcPts val="0"/>
              </a:spcAft>
              <a:buClrTx/>
              <a:buSzTx/>
              <a:buFontTx/>
              <a:buNone/>
              <a:defRPr/>
            </a:pPr>
            <a:r>
              <a:rPr kumimoji="0" sz="2540" b="1" i="1" u="heavy" strike="noStrike" kern="1200" cap="none" spc="-41" normalizeH="0" baseline="0" noProof="0" dirty="0">
                <a:ln>
                  <a:noFill/>
                </a:ln>
                <a:solidFill>
                  <a:srgbClr val="FF0000"/>
                </a:solidFill>
                <a:effectLst/>
                <a:uLnTx/>
                <a:uFill>
                  <a:solidFill>
                    <a:srgbClr val="FF0000"/>
                  </a:solidFill>
                </a:uFill>
                <a:latin typeface="Times New Roman" panose="02020603050405020304"/>
                <a:ea typeface="+mn-ea"/>
                <a:cs typeface="Times New Roman" panose="02020603050405020304"/>
              </a:rPr>
              <a:t>Topics </a:t>
            </a:r>
            <a:r>
              <a:rPr kumimoji="0" sz="2540" b="1" i="1" u="heavy" strike="noStrike" kern="1200" cap="none" spc="0" normalizeH="0" baseline="0" noProof="0" dirty="0">
                <a:ln>
                  <a:noFill/>
                </a:ln>
                <a:solidFill>
                  <a:srgbClr val="FF0000"/>
                </a:solidFill>
                <a:effectLst/>
                <a:uLnTx/>
                <a:uFill>
                  <a:solidFill>
                    <a:srgbClr val="FF0000"/>
                  </a:solidFill>
                </a:uFill>
                <a:latin typeface="Times New Roman" panose="02020603050405020304"/>
                <a:ea typeface="+mn-ea"/>
                <a:cs typeface="Times New Roman" panose="02020603050405020304"/>
              </a:rPr>
              <a:t>discussed in this</a:t>
            </a:r>
            <a:r>
              <a:rPr kumimoji="0" sz="2540" b="1" i="1" u="heavy" strike="noStrike" kern="1200" cap="none" spc="-27" normalizeH="0" baseline="0" noProof="0" dirty="0">
                <a:ln>
                  <a:noFill/>
                </a:ln>
                <a:solidFill>
                  <a:srgbClr val="FF0000"/>
                </a:solidFill>
                <a:effectLst/>
                <a:uLnTx/>
                <a:uFill>
                  <a:solidFill>
                    <a:srgbClr val="FF0000"/>
                  </a:solidFill>
                </a:uFill>
                <a:latin typeface="Times New Roman" panose="02020603050405020304"/>
                <a:ea typeface="+mn-ea"/>
                <a:cs typeface="Times New Roman" panose="02020603050405020304"/>
              </a:rPr>
              <a:t> </a:t>
            </a:r>
            <a:r>
              <a:rPr kumimoji="0" sz="2540" b="1" i="1" u="heavy" strike="noStrike" kern="1200" cap="none" spc="-5" normalizeH="0" baseline="0" noProof="0" dirty="0">
                <a:ln>
                  <a:noFill/>
                </a:ln>
                <a:solidFill>
                  <a:srgbClr val="FF0000"/>
                </a:solidFill>
                <a:effectLst/>
                <a:uLnTx/>
                <a:uFill>
                  <a:solidFill>
                    <a:srgbClr val="FF0000"/>
                  </a:solidFill>
                </a:uFill>
                <a:latin typeface="Times New Roman" panose="02020603050405020304"/>
                <a:ea typeface="+mn-ea"/>
                <a:cs typeface="Times New Roman" panose="02020603050405020304"/>
              </a:rPr>
              <a:t>section:</a:t>
            </a:r>
            <a:endParaRPr kumimoji="0" sz="254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11430" marR="5577205" lvl="0" algn="l" defTabSz="457200" rtl="0" eaLnBrk="1" fontAlgn="auto" latinLnBrk="0" hangingPunct="1">
              <a:lnSpc>
                <a:spcPct val="100000"/>
              </a:lnSpc>
              <a:spcAft>
                <a:spcPts val="0"/>
              </a:spcAft>
              <a:buClrTx/>
              <a:buSzTx/>
              <a:defRPr/>
            </a:pPr>
            <a:r>
              <a:rPr kumimoji="0" lang="en-IN" sz="2175" b="1" i="0" u="none" strike="noStrike" kern="1200" cap="none" spc="-9" normalizeH="0" baseline="0" noProof="0" dirty="0">
                <a:ln>
                  <a:noFill/>
                </a:ln>
                <a:solidFill>
                  <a:srgbClr val="0033CC"/>
                </a:solidFill>
                <a:effectLst/>
                <a:uLnTx/>
                <a:uFillTx/>
                <a:latin typeface="Times New Roman" panose="02020603050405020304"/>
                <a:ea typeface="+mn-ea"/>
                <a:cs typeface="Times New Roman" panose="02020603050405020304"/>
              </a:rPr>
              <a:t>1. </a:t>
            </a:r>
            <a:r>
              <a:rPr kumimoji="0" sz="2175" b="1" i="0" u="none" strike="noStrike" kern="1200" cap="none" spc="-9" normalizeH="0" baseline="0" noProof="0" dirty="0">
                <a:ln>
                  <a:noFill/>
                </a:ln>
                <a:solidFill>
                  <a:srgbClr val="0033CC"/>
                </a:solidFill>
                <a:effectLst/>
                <a:uLnTx/>
                <a:uFillTx/>
                <a:latin typeface="Times New Roman" panose="02020603050405020304"/>
                <a:ea typeface="+mn-ea"/>
                <a:cs typeface="Times New Roman" panose="02020603050405020304"/>
              </a:rPr>
              <a:t>Address</a:t>
            </a:r>
            <a:r>
              <a:rPr kumimoji="0" sz="2175" b="1" i="0" u="none" strike="noStrike" kern="1200" cap="none" spc="-50" normalizeH="0" baseline="0" noProof="0" dirty="0">
                <a:ln>
                  <a:noFill/>
                </a:ln>
                <a:solidFill>
                  <a:srgbClr val="0033CC"/>
                </a:solidFill>
                <a:effectLst/>
                <a:uLnTx/>
                <a:uFillTx/>
                <a:latin typeface="Times New Roman" panose="02020603050405020304"/>
                <a:ea typeface="+mn-ea"/>
                <a:cs typeface="Times New Roman" panose="02020603050405020304"/>
              </a:rPr>
              <a:t> </a:t>
            </a:r>
            <a:r>
              <a:rPr kumimoji="0" sz="2175" b="1" i="0" u="none" strike="noStrike" kern="1200" cap="none" spc="-5" normalizeH="0" baseline="0" noProof="0" dirty="0">
                <a:ln>
                  <a:noFill/>
                </a:ln>
                <a:solidFill>
                  <a:srgbClr val="0033CC"/>
                </a:solidFill>
                <a:effectLst/>
                <a:uLnTx/>
                <a:uFillTx/>
                <a:latin typeface="Times New Roman" panose="02020603050405020304"/>
                <a:ea typeface="+mn-ea"/>
                <a:cs typeface="Times New Roman" panose="02020603050405020304"/>
              </a:rPr>
              <a:t>Space</a:t>
            </a:r>
            <a:endParaRPr kumimoji="0" lang="en-IN" sz="2175" b="1" i="0" u="none" strike="noStrike" kern="1200" cap="none" spc="-5" normalizeH="0" baseline="0" noProof="0" dirty="0">
              <a:ln>
                <a:noFill/>
              </a:ln>
              <a:solidFill>
                <a:srgbClr val="0033CC"/>
              </a:solidFill>
              <a:effectLst/>
              <a:uLnTx/>
              <a:uFillTx/>
              <a:latin typeface="Times New Roman" panose="02020603050405020304"/>
              <a:ea typeface="+mn-ea"/>
              <a:cs typeface="Times New Roman" panose="02020603050405020304"/>
            </a:endParaRPr>
          </a:p>
          <a:p>
            <a:pPr marL="11430" marR="5577205" lvl="0" algn="l" defTabSz="457200" rtl="0" eaLnBrk="1" fontAlgn="auto" latinLnBrk="0" hangingPunct="1">
              <a:lnSpc>
                <a:spcPct val="100000"/>
              </a:lnSpc>
              <a:spcAft>
                <a:spcPts val="0"/>
              </a:spcAft>
              <a:buClrTx/>
              <a:buSzTx/>
              <a:defRPr/>
            </a:pPr>
            <a:r>
              <a:rPr kumimoji="0" lang="en-IN" sz="2175" b="1" i="0" u="none" strike="noStrike" kern="1200" cap="none" spc="-9" normalizeH="0" baseline="0" noProof="0" dirty="0">
                <a:ln>
                  <a:noFill/>
                </a:ln>
                <a:solidFill>
                  <a:srgbClr val="0033CC"/>
                </a:solidFill>
                <a:effectLst/>
                <a:uLnTx/>
                <a:uFillTx/>
                <a:latin typeface="Times New Roman" panose="02020603050405020304"/>
                <a:ea typeface="+mn-ea"/>
                <a:cs typeface="Times New Roman" panose="02020603050405020304"/>
              </a:rPr>
              <a:t>2. </a:t>
            </a:r>
            <a:r>
              <a:rPr kumimoji="0" sz="2175" b="1" i="0" u="none" strike="noStrike" kern="1200" cap="none" spc="-9" normalizeH="0" baseline="0" noProof="0" dirty="0">
                <a:ln>
                  <a:noFill/>
                </a:ln>
                <a:solidFill>
                  <a:srgbClr val="0033CC"/>
                </a:solidFill>
                <a:effectLst/>
                <a:uLnTx/>
                <a:uFillTx/>
                <a:latin typeface="Times New Roman" panose="02020603050405020304"/>
                <a:ea typeface="+mn-ea"/>
                <a:cs typeface="Times New Roman" panose="02020603050405020304"/>
              </a:rPr>
              <a:t>Notations</a:t>
            </a:r>
            <a:endParaRPr kumimoji="0" sz="2175"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11430" marR="4871720" lvl="0" indent="0" algn="l" defTabSz="457200" rtl="0" eaLnBrk="1" fontAlgn="auto" latinLnBrk="0" hangingPunct="1">
              <a:lnSpc>
                <a:spcPct val="100000"/>
              </a:lnSpc>
              <a:spcAft>
                <a:spcPts val="0"/>
              </a:spcAft>
              <a:buClrTx/>
              <a:buSzTx/>
              <a:buFontTx/>
              <a:buNone/>
              <a:defRPr/>
            </a:pPr>
            <a:r>
              <a:rPr kumimoji="0" lang="en-IN" sz="2175" b="1" i="0" u="none" strike="noStrike" kern="1200" cap="none" spc="-5" normalizeH="0" baseline="0" noProof="0" dirty="0">
                <a:ln>
                  <a:noFill/>
                </a:ln>
                <a:solidFill>
                  <a:srgbClr val="0033CC"/>
                </a:solidFill>
                <a:effectLst/>
                <a:uLnTx/>
                <a:uFillTx/>
                <a:latin typeface="Times New Roman" panose="02020603050405020304"/>
                <a:ea typeface="+mn-ea"/>
                <a:cs typeface="Times New Roman" panose="02020603050405020304"/>
              </a:rPr>
              <a:t>3. </a:t>
            </a:r>
            <a:r>
              <a:rPr kumimoji="0" sz="2175" b="1" i="0" u="none" strike="noStrike" kern="1200" cap="none" spc="-5" normalizeH="0" baseline="0" noProof="0" dirty="0">
                <a:ln>
                  <a:noFill/>
                </a:ln>
                <a:solidFill>
                  <a:srgbClr val="0033CC"/>
                </a:solidFill>
                <a:effectLst/>
                <a:uLnTx/>
                <a:uFillTx/>
                <a:latin typeface="Times New Roman" panose="02020603050405020304"/>
                <a:ea typeface="+mn-ea"/>
                <a:cs typeface="Times New Roman" panose="02020603050405020304"/>
              </a:rPr>
              <a:t>Classful </a:t>
            </a:r>
            <a:r>
              <a:rPr kumimoji="0" sz="2175" b="1" i="0" u="none" strike="noStrike" kern="1200" cap="none" spc="-9" normalizeH="0" baseline="0" noProof="0" dirty="0">
                <a:ln>
                  <a:noFill/>
                </a:ln>
                <a:solidFill>
                  <a:srgbClr val="0033CC"/>
                </a:solidFill>
                <a:effectLst/>
                <a:uLnTx/>
                <a:uFillTx/>
                <a:latin typeface="Times New Roman" panose="02020603050405020304"/>
                <a:ea typeface="+mn-ea"/>
                <a:cs typeface="Times New Roman" panose="02020603050405020304"/>
              </a:rPr>
              <a:t>Addressing  </a:t>
            </a:r>
            <a:endParaRPr kumimoji="0" lang="en-IN" sz="2175" b="1" i="0" u="none" strike="noStrike" kern="1200" cap="none" spc="-9" normalizeH="0" baseline="0" noProof="0" dirty="0">
              <a:ln>
                <a:noFill/>
              </a:ln>
              <a:solidFill>
                <a:srgbClr val="0033CC"/>
              </a:solidFill>
              <a:effectLst/>
              <a:uLnTx/>
              <a:uFillTx/>
              <a:latin typeface="Times New Roman" panose="02020603050405020304"/>
              <a:ea typeface="+mn-ea"/>
              <a:cs typeface="Times New Roman" panose="02020603050405020304"/>
            </a:endParaRPr>
          </a:p>
          <a:p>
            <a:pPr marL="11430" marR="4871720" lvl="0" indent="0" algn="l" defTabSz="457200" rtl="0" eaLnBrk="1" fontAlgn="auto" latinLnBrk="0" hangingPunct="1">
              <a:lnSpc>
                <a:spcPct val="100000"/>
              </a:lnSpc>
              <a:spcAft>
                <a:spcPts val="0"/>
              </a:spcAft>
              <a:buClrTx/>
              <a:buSzTx/>
              <a:buFontTx/>
              <a:buNone/>
              <a:defRPr/>
            </a:pPr>
            <a:r>
              <a:rPr kumimoji="0" lang="en-IN" sz="2175" b="1" i="0" u="none" strike="noStrike" kern="1200" cap="none" spc="-9" normalizeH="0" baseline="0" noProof="0" dirty="0">
                <a:ln>
                  <a:noFill/>
                </a:ln>
                <a:solidFill>
                  <a:srgbClr val="0033CC"/>
                </a:solidFill>
                <a:effectLst/>
                <a:uLnTx/>
                <a:uFillTx/>
                <a:latin typeface="Times New Roman" panose="02020603050405020304"/>
                <a:ea typeface="+mn-ea"/>
                <a:cs typeface="Times New Roman" panose="02020603050405020304"/>
              </a:rPr>
              <a:t>4. </a:t>
            </a:r>
            <a:r>
              <a:rPr kumimoji="0" sz="2175" b="1" i="0" u="none" strike="noStrike" kern="1200" cap="none" spc="-5" normalizeH="0" baseline="0" noProof="0" dirty="0">
                <a:ln>
                  <a:noFill/>
                </a:ln>
                <a:solidFill>
                  <a:srgbClr val="0033CC"/>
                </a:solidFill>
                <a:effectLst/>
                <a:uLnTx/>
                <a:uFillTx/>
                <a:latin typeface="Times New Roman" panose="02020603050405020304"/>
                <a:ea typeface="+mn-ea"/>
                <a:cs typeface="Times New Roman" panose="02020603050405020304"/>
              </a:rPr>
              <a:t>Classless</a:t>
            </a:r>
            <a:r>
              <a:rPr kumimoji="0" sz="2175" b="1" i="0" u="none" strike="noStrike" kern="1200" cap="none" spc="-163" normalizeH="0" baseline="0" noProof="0" dirty="0">
                <a:ln>
                  <a:noFill/>
                </a:ln>
                <a:solidFill>
                  <a:srgbClr val="0033CC"/>
                </a:solidFill>
                <a:effectLst/>
                <a:uLnTx/>
                <a:uFillTx/>
                <a:latin typeface="Times New Roman" panose="02020603050405020304"/>
                <a:ea typeface="+mn-ea"/>
                <a:cs typeface="Times New Roman" panose="02020603050405020304"/>
              </a:rPr>
              <a:t> </a:t>
            </a:r>
            <a:r>
              <a:rPr kumimoji="0" sz="2175" b="1" i="0" u="none" strike="noStrike" kern="1200" cap="none" spc="-9" normalizeH="0" baseline="0" noProof="0" dirty="0">
                <a:ln>
                  <a:noFill/>
                </a:ln>
                <a:solidFill>
                  <a:srgbClr val="0033CC"/>
                </a:solidFill>
                <a:effectLst/>
                <a:uLnTx/>
                <a:uFillTx/>
                <a:latin typeface="Times New Roman" panose="02020603050405020304"/>
                <a:ea typeface="+mn-ea"/>
                <a:cs typeface="Times New Roman" panose="02020603050405020304"/>
              </a:rPr>
              <a:t>Addressing</a:t>
            </a:r>
            <a:endParaRPr kumimoji="0" sz="2175"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Address SPACE</a:t>
            </a:r>
          </a:p>
        </p:txBody>
      </p:sp>
      <p:sp>
        <p:nvSpPr>
          <p:cNvPr id="3" name="Content Placeholder 2"/>
          <p:cNvSpPr>
            <a:spLocks noGrp="1"/>
          </p:cNvSpPr>
          <p:nvPr>
            <p:ph idx="1"/>
          </p:nvPr>
        </p:nvSpPr>
        <p:spPr>
          <a:xfrm>
            <a:off x="1331659" y="2015732"/>
            <a:ext cx="9746073" cy="3450613"/>
          </a:xfrm>
        </p:spPr>
        <p:txBody>
          <a:bodyPr>
            <a:normAutofit/>
          </a:bodyPr>
          <a:lstStyle/>
          <a:p>
            <a:pPr algn="just"/>
            <a:r>
              <a:rPr lang="en-IN" dirty="0"/>
              <a:t>The total number of addresses used by the protocol. If a protocol uses N bits to define</a:t>
            </a:r>
            <a:br>
              <a:rPr lang="en-IN" dirty="0"/>
            </a:br>
            <a:r>
              <a:rPr lang="en-IN" dirty="0"/>
              <a:t>an address, the address space is 2</a:t>
            </a:r>
            <a:r>
              <a:rPr lang="en-IN" baseline="30000" dirty="0"/>
              <a:t>N</a:t>
            </a:r>
            <a:r>
              <a:rPr lang="en-IN" dirty="0"/>
              <a:t> because each bit can have two different values (0 or 1) and N bits can have 2</a:t>
            </a:r>
            <a:r>
              <a:rPr lang="en-IN" baseline="30000" dirty="0"/>
              <a:t>N</a:t>
            </a:r>
            <a:r>
              <a:rPr lang="en-IN" dirty="0"/>
              <a:t> values.  </a:t>
            </a:r>
          </a:p>
          <a:p>
            <a:pPr algn="just"/>
            <a:r>
              <a:rPr lang="en-IN" dirty="0"/>
              <a:t>The address space of IPv4 is 2</a:t>
            </a:r>
            <a:r>
              <a:rPr lang="en-IN" baseline="30000" dirty="0"/>
              <a:t>32</a:t>
            </a:r>
            <a:r>
              <a:rPr lang="en-IN" dirty="0"/>
              <a:t> or 4,294,967,296. </a:t>
            </a:r>
          </a:p>
          <a:p>
            <a:r>
              <a:rPr lang="en-IN" dirty="0"/>
              <a:t>The address space of IPv6 is 2</a:t>
            </a:r>
            <a:r>
              <a:rPr lang="en-IN" baseline="30000" dirty="0"/>
              <a:t>128</a:t>
            </a:r>
            <a:r>
              <a:rPr lang="en-IN" dirty="0"/>
              <a:t> or 40,282,366,920,938,463,463,374,607,431,768,211,456. </a:t>
            </a:r>
            <a:endParaRPr lang="en-US" dirty="0"/>
          </a:p>
          <a:p>
            <a:pPr marL="0" indent="0" algn="just">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NOTATIONS</a:t>
            </a:r>
          </a:p>
        </p:txBody>
      </p:sp>
      <p:sp>
        <p:nvSpPr>
          <p:cNvPr id="3" name="Content Placeholder 2"/>
          <p:cNvSpPr>
            <a:spLocks noGrp="1"/>
          </p:cNvSpPr>
          <p:nvPr>
            <p:ph idx="1"/>
          </p:nvPr>
        </p:nvSpPr>
        <p:spPr>
          <a:xfrm>
            <a:off x="1331659" y="1895812"/>
            <a:ext cx="9746073" cy="4160214"/>
          </a:xfrm>
        </p:spPr>
        <p:txBody>
          <a:bodyPr>
            <a:noAutofit/>
          </a:bodyPr>
          <a:lstStyle/>
          <a:p>
            <a:pPr algn="just"/>
            <a:r>
              <a:rPr lang="en-IN" dirty="0"/>
              <a:t>The</a:t>
            </a:r>
            <a:r>
              <a:rPr lang="en-GB" altLang="en-IN" dirty="0"/>
              <a:t> following </a:t>
            </a:r>
            <a:r>
              <a:rPr lang="en-IN" dirty="0"/>
              <a:t>are </a:t>
            </a:r>
            <a:r>
              <a:rPr lang="en-GB" altLang="en-IN" dirty="0"/>
              <a:t>the</a:t>
            </a:r>
            <a:r>
              <a:rPr lang="en-IN" dirty="0"/>
              <a:t> notations to show an IPv4 address: </a:t>
            </a:r>
          </a:p>
          <a:p>
            <a:pPr marL="914400" lvl="1" indent="-457200" algn="just">
              <a:buFont typeface="+mj-lt"/>
              <a:buAutoNum type="alphaLcPeriod"/>
            </a:pPr>
            <a:r>
              <a:rPr lang="en-IN" sz="2000" b="1" dirty="0"/>
              <a:t>Dotted-Decimal notation</a:t>
            </a:r>
          </a:p>
          <a:p>
            <a:pPr marL="914400" lvl="1" indent="-457200" algn="just">
              <a:buFont typeface="+mj-lt"/>
              <a:buAutoNum type="alphaLcPeriod"/>
            </a:pPr>
            <a:r>
              <a:rPr lang="en-IN" sz="2000" b="1" dirty="0"/>
              <a:t>Binary notation </a:t>
            </a:r>
          </a:p>
          <a:p>
            <a:pPr marL="914400" lvl="1" indent="-457200" algn="just">
              <a:buFont typeface="+mj-lt"/>
              <a:buAutoNum type="alphaLcPeriod"/>
            </a:pPr>
            <a:r>
              <a:rPr lang="en-IN" sz="2000" b="1" dirty="0"/>
              <a:t>Hexadecimal notation</a:t>
            </a:r>
          </a:p>
          <a:p>
            <a:pPr marL="457200" lvl="1" indent="0" algn="just">
              <a:buNone/>
            </a:pPr>
            <a:r>
              <a:rPr lang="en-IN" sz="2000" i="1" dirty="0"/>
              <a:t>	</a:t>
            </a:r>
            <a:r>
              <a:rPr lang="en-IN" sz="2000" dirty="0"/>
              <a:t>2</a:t>
            </a:r>
            <a:r>
              <a:rPr lang="en-IN" sz="2000" i="1" dirty="0"/>
              <a:t>. </a:t>
            </a:r>
            <a:r>
              <a:rPr lang="en-IN" sz="2000" dirty="0"/>
              <a:t>a</a:t>
            </a:r>
            <a:r>
              <a:rPr lang="en-IN" sz="2000" i="1" dirty="0"/>
              <a:t>. Dotted-Decimal Notation </a:t>
            </a:r>
          </a:p>
          <a:p>
            <a:pPr marL="1692275" lvl="1" indent="-342900" algn="just">
              <a:buFont typeface="Wingdings" panose="05000000000000000000" pitchFamily="2" charset="2"/>
              <a:buChar char="Ø"/>
            </a:pPr>
            <a:r>
              <a:rPr lang="en-IN" sz="2000" dirty="0"/>
              <a:t>To make the IPv4 address more compact and easier to read, Internet addresses are usually written in decimal form with a decimal point (dot) separating the bytes. </a:t>
            </a:r>
          </a:p>
          <a:p>
            <a:pPr marL="1692275" lvl="1" indent="-342900" algn="just">
              <a:buFont typeface="Wingdings" panose="05000000000000000000" pitchFamily="2" charset="2"/>
              <a:buChar char="Ø"/>
            </a:pPr>
            <a:r>
              <a:rPr lang="en-IN" sz="2000" dirty="0"/>
              <a:t>The following is the dotted-decimal notation of an address: 132.11.3.31   </a:t>
            </a:r>
          </a:p>
          <a:p>
            <a:pPr marL="0" lvl="1" indent="900430" algn="just">
              <a:spcBef>
                <a:spcPts val="1000"/>
              </a:spcBef>
              <a:buNone/>
            </a:pP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NOTATIONS					(</a:t>
            </a:r>
            <a:r>
              <a:rPr lang="en-IN" dirty="0" err="1"/>
              <a:t>contd</a:t>
            </a:r>
            <a:r>
              <a:rPr lang="en-IN" dirty="0"/>
              <a:t>…)</a:t>
            </a:r>
          </a:p>
        </p:txBody>
      </p:sp>
      <p:sp>
        <p:nvSpPr>
          <p:cNvPr id="3" name="Content Placeholder 2"/>
          <p:cNvSpPr>
            <a:spLocks noGrp="1"/>
          </p:cNvSpPr>
          <p:nvPr>
            <p:ph idx="1"/>
          </p:nvPr>
        </p:nvSpPr>
        <p:spPr>
          <a:xfrm>
            <a:off x="1331659" y="1895812"/>
            <a:ext cx="9746073" cy="4160214"/>
          </a:xfrm>
        </p:spPr>
        <p:txBody>
          <a:bodyPr>
            <a:noAutofit/>
          </a:bodyPr>
          <a:lstStyle/>
          <a:p>
            <a:pPr marL="0" lvl="1" indent="900430" algn="just">
              <a:spcBef>
                <a:spcPts val="1000"/>
              </a:spcBef>
              <a:buNone/>
            </a:pPr>
            <a:r>
              <a:rPr lang="en-IN" sz="2000" dirty="0"/>
              <a:t>2.b. </a:t>
            </a:r>
            <a:r>
              <a:rPr lang="en-IN" sz="2000" i="1" dirty="0"/>
              <a:t>Binary notation </a:t>
            </a:r>
          </a:p>
          <a:p>
            <a:pPr marL="1349375" lvl="1" indent="0" algn="just">
              <a:spcBef>
                <a:spcPts val="1000"/>
              </a:spcBef>
              <a:buFont typeface="Wingdings" panose="05000000000000000000" pitchFamily="2" charset="2"/>
              <a:buChar char="Ø"/>
            </a:pPr>
            <a:r>
              <a:rPr lang="en-IN" sz="2000" dirty="0"/>
              <a:t>In binary notation, the IPv4 address is displayed as 32 bits. </a:t>
            </a:r>
          </a:p>
          <a:p>
            <a:pPr marL="1349375" lvl="1" indent="0" algn="just">
              <a:spcBef>
                <a:spcPts val="1000"/>
              </a:spcBef>
              <a:buFont typeface="Wingdings" panose="05000000000000000000" pitchFamily="2" charset="2"/>
              <a:buChar char="Ø"/>
            </a:pPr>
            <a:r>
              <a:rPr lang="en-IN" sz="2000" dirty="0"/>
              <a:t>Each octet is often referred to as a byte. </a:t>
            </a:r>
          </a:p>
          <a:p>
            <a:pPr marL="1529080" lvl="1" indent="-179705" algn="just">
              <a:spcBef>
                <a:spcPts val="1000"/>
              </a:spcBef>
              <a:buFont typeface="Wingdings" panose="05000000000000000000" pitchFamily="2" charset="2"/>
              <a:buChar char="Ø"/>
            </a:pPr>
            <a:r>
              <a:rPr lang="en-GB" altLang="en-IN" sz="2000" dirty="0"/>
              <a:t>I</a:t>
            </a:r>
            <a:r>
              <a:rPr lang="en-IN" sz="2000" dirty="0"/>
              <a:t>t is common to hear an IPv4 address referred to as a 32-bit address or a</a:t>
            </a:r>
            <a:br>
              <a:rPr lang="en-IN" sz="2000" dirty="0"/>
            </a:br>
            <a:r>
              <a:rPr lang="en-IN" sz="2000" dirty="0"/>
              <a:t>4-byte address. </a:t>
            </a:r>
          </a:p>
          <a:p>
            <a:pPr marL="1349375" lvl="1" indent="0" algn="just">
              <a:spcBef>
                <a:spcPts val="1000"/>
              </a:spcBef>
              <a:buFont typeface="Wingdings" panose="05000000000000000000" pitchFamily="2" charset="2"/>
              <a:buChar char="Ø"/>
            </a:pPr>
            <a:r>
              <a:rPr lang="en-IN" sz="2000" dirty="0"/>
              <a:t>The following is an example of an IPv4 address in binary notation</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21628" y="714177"/>
            <a:ext cx="8149788" cy="290807"/>
          </a:xfrm>
          <a:prstGeom prst="rect">
            <a:avLst/>
          </a:prstGeom>
        </p:spPr>
        <p:txBody>
          <a:bodyPr vert="horz" wrap="square" lIns="0" tIns="11516" rIns="0" bIns="0" rtlCol="0" anchor="ctr">
            <a:spAutoFit/>
          </a:bodyPr>
          <a:lstStyle/>
          <a:p>
            <a:pPr marL="11430">
              <a:lnSpc>
                <a:spcPct val="100000"/>
              </a:lnSpc>
              <a:spcBef>
                <a:spcPts val="90"/>
              </a:spcBef>
              <a:tabLst>
                <a:tab pos="1477645" algn="l"/>
              </a:tabLst>
            </a:pPr>
            <a:r>
              <a:rPr sz="1815" i="1" spc="-5" dirty="0">
                <a:latin typeface="Times New Roman" panose="02020603050405020304"/>
                <a:cs typeface="Times New Roman" panose="02020603050405020304"/>
              </a:rPr>
              <a:t>Dotted-decimal notation and binary notation for an IPv4</a:t>
            </a:r>
            <a:r>
              <a:rPr sz="1815" i="1" spc="45" dirty="0">
                <a:latin typeface="Times New Roman" panose="02020603050405020304"/>
                <a:cs typeface="Times New Roman" panose="02020603050405020304"/>
              </a:rPr>
              <a:t> </a:t>
            </a:r>
            <a:r>
              <a:rPr sz="1815" i="1" spc="-5" dirty="0">
                <a:latin typeface="Times New Roman" panose="02020603050405020304"/>
                <a:cs typeface="Times New Roman" panose="02020603050405020304"/>
              </a:rPr>
              <a:t>address</a:t>
            </a:r>
            <a:endParaRPr sz="1815" dirty="0">
              <a:latin typeface="Times New Roman" panose="02020603050405020304"/>
              <a:cs typeface="Times New Roman" panose="02020603050405020304"/>
            </a:endParaRPr>
          </a:p>
        </p:txBody>
      </p:sp>
      <p:sp>
        <p:nvSpPr>
          <p:cNvPr id="3" name="object 3"/>
          <p:cNvSpPr/>
          <p:nvPr/>
        </p:nvSpPr>
        <p:spPr>
          <a:xfrm>
            <a:off x="2088428" y="1206455"/>
            <a:ext cx="7946297" cy="17275"/>
          </a:xfrm>
          <a:custGeom>
            <a:avLst/>
            <a:gdLst/>
            <a:ahLst/>
            <a:cxnLst/>
            <a:rect l="l" t="t" r="r" b="b"/>
            <a:pathLst>
              <a:path w="8763000" h="19050">
                <a:moveTo>
                  <a:pt x="8763000" y="19049"/>
                </a:moveTo>
                <a:lnTo>
                  <a:pt x="8763000" y="0"/>
                </a:lnTo>
                <a:lnTo>
                  <a:pt x="0" y="0"/>
                </a:lnTo>
                <a:lnTo>
                  <a:pt x="0" y="19050"/>
                </a:lnTo>
                <a:lnTo>
                  <a:pt x="8763000" y="19049"/>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4" name="object 4"/>
          <p:cNvSpPr/>
          <p:nvPr/>
        </p:nvSpPr>
        <p:spPr>
          <a:xfrm>
            <a:off x="2627395" y="2613985"/>
            <a:ext cx="6936772" cy="1623809"/>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5" name="object 5"/>
          <p:cNvSpPr/>
          <p:nvPr/>
        </p:nvSpPr>
        <p:spPr>
          <a:xfrm>
            <a:off x="2088428" y="5947975"/>
            <a:ext cx="7946297" cy="69098"/>
          </a:xfrm>
          <a:custGeom>
            <a:avLst/>
            <a:gdLst/>
            <a:ahLst/>
            <a:cxnLst/>
            <a:rect l="l" t="t" r="r" b="b"/>
            <a:pathLst>
              <a:path w="8763000" h="76200">
                <a:moveTo>
                  <a:pt x="8763000" y="76200"/>
                </a:moveTo>
                <a:lnTo>
                  <a:pt x="8763000" y="0"/>
                </a:lnTo>
                <a:lnTo>
                  <a:pt x="0" y="0"/>
                </a:lnTo>
                <a:lnTo>
                  <a:pt x="0" y="76200"/>
                </a:lnTo>
                <a:lnTo>
                  <a:pt x="8763000" y="76200"/>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NOTATIONS					(</a:t>
            </a:r>
            <a:r>
              <a:rPr lang="en-IN" dirty="0" err="1"/>
              <a:t>contd</a:t>
            </a:r>
            <a:r>
              <a:rPr lang="en-IN" dirty="0"/>
              <a:t>…)</a:t>
            </a:r>
          </a:p>
        </p:txBody>
      </p:sp>
      <p:sp>
        <p:nvSpPr>
          <p:cNvPr id="3" name="Content Placeholder 2"/>
          <p:cNvSpPr>
            <a:spLocks noGrp="1"/>
          </p:cNvSpPr>
          <p:nvPr>
            <p:ph idx="1"/>
          </p:nvPr>
        </p:nvSpPr>
        <p:spPr>
          <a:xfrm>
            <a:off x="1331659" y="1895812"/>
            <a:ext cx="9746073" cy="4160214"/>
          </a:xfrm>
        </p:spPr>
        <p:txBody>
          <a:bodyPr>
            <a:noAutofit/>
          </a:bodyPr>
          <a:lstStyle/>
          <a:p>
            <a:pPr marL="0" lvl="1" indent="900430" algn="just">
              <a:spcBef>
                <a:spcPts val="1000"/>
              </a:spcBef>
              <a:buNone/>
            </a:pPr>
            <a:r>
              <a:rPr lang="en-IN" sz="2000" dirty="0"/>
              <a:t>2.c. </a:t>
            </a:r>
            <a:r>
              <a:rPr lang="en-IN" sz="2000" i="1" dirty="0"/>
              <a:t>Hexadecimal notation </a:t>
            </a:r>
          </a:p>
          <a:p>
            <a:pPr marL="1349375" lvl="1" indent="0" algn="just">
              <a:spcBef>
                <a:spcPts val="1000"/>
              </a:spcBef>
              <a:buFont typeface="Wingdings" panose="05000000000000000000" pitchFamily="2" charset="2"/>
              <a:buChar char="Ø"/>
            </a:pPr>
            <a:r>
              <a:rPr lang="en-IN" sz="2000" dirty="0"/>
              <a:t>The IPv4 address is displayed as 8 hexadecimal digits. </a:t>
            </a:r>
          </a:p>
          <a:p>
            <a:pPr marL="1349375" lvl="1" indent="0" algn="just">
              <a:spcBef>
                <a:spcPts val="1000"/>
              </a:spcBef>
              <a:buNone/>
            </a:pPr>
            <a:endParaRPr lang="en-IN" sz="2000" dirty="0"/>
          </a:p>
          <a:p>
            <a:pPr marL="1349375" lvl="1" indent="0" algn="just">
              <a:spcBef>
                <a:spcPts val="1000"/>
              </a:spcBef>
              <a:buNone/>
            </a:pPr>
            <a:r>
              <a:rPr lang="en-IN" sz="2000" dirty="0"/>
              <a:t>Example:  10000001    00001011    00001011    11101111</a:t>
            </a:r>
          </a:p>
          <a:p>
            <a:pPr marL="1349375" lvl="1" indent="0" algn="just">
              <a:spcBef>
                <a:spcPts val="1000"/>
              </a:spcBef>
              <a:buNone/>
            </a:pPr>
            <a:r>
              <a:rPr lang="en-IN" sz="2000" dirty="0"/>
              <a:t>Hexadecimal notation is:  810B0BEF</a:t>
            </a:r>
            <a:r>
              <a:rPr lang="en-IN" sz="2000" baseline="-25000" dirty="0"/>
              <a:t>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07888" y="1158232"/>
            <a:ext cx="2112103" cy="503490"/>
          </a:xfrm>
          <a:prstGeom prst="rect">
            <a:avLst/>
          </a:prstGeom>
        </p:spPr>
        <p:txBody>
          <a:bodyPr vert="horz" wrap="square" lIns="0" tIns="10941" rIns="0" bIns="0" rtlCol="0" anchor="ctr">
            <a:spAutoFit/>
          </a:bodyPr>
          <a:lstStyle/>
          <a:p>
            <a:pPr marL="11430">
              <a:lnSpc>
                <a:spcPct val="100000"/>
              </a:lnSpc>
              <a:spcBef>
                <a:spcPts val="85"/>
              </a:spcBef>
            </a:pPr>
            <a:r>
              <a:rPr b="1" i="1" spc="-5" dirty="0">
                <a:latin typeface="Times New Roman" panose="02020603050405020304"/>
                <a:cs typeface="Times New Roman" panose="02020603050405020304"/>
              </a:rPr>
              <a:t>Example</a:t>
            </a:r>
          </a:p>
        </p:txBody>
      </p:sp>
      <p:sp>
        <p:nvSpPr>
          <p:cNvPr id="8" name="object 8"/>
          <p:cNvSpPr txBox="1"/>
          <p:nvPr/>
        </p:nvSpPr>
        <p:spPr>
          <a:xfrm>
            <a:off x="1643982" y="1853299"/>
            <a:ext cx="8116002" cy="627182"/>
          </a:xfrm>
          <a:prstGeom prst="rect">
            <a:avLst/>
          </a:prstGeom>
        </p:spPr>
        <p:txBody>
          <a:bodyPr vert="horz" wrap="square" lIns="0" tIns="11516" rIns="0" bIns="0" rtlCol="0">
            <a:spAutoFit/>
          </a:bodyPr>
          <a:lstStyle/>
          <a:p>
            <a:pPr marL="11430" marR="4445" lvl="0" indent="0" algn="l" defTabSz="457200" rtl="0" eaLnBrk="1" fontAlgn="auto" latinLnBrk="0" hangingPunct="1">
              <a:lnSpc>
                <a:spcPct val="100000"/>
              </a:lnSpc>
              <a:spcBef>
                <a:spcPts val="90"/>
              </a:spcBef>
              <a:spcAft>
                <a:spcPts val="0"/>
              </a:spcAft>
              <a:buClrTx/>
              <a:buSzTx/>
              <a:buFontTx/>
              <a:buNone/>
              <a:tabLst>
                <a:tab pos="1316355" algn="l"/>
                <a:tab pos="1995805" algn="l"/>
                <a:tab pos="3517900" algn="l"/>
                <a:tab pos="4411980" algn="l"/>
                <a:tab pos="5950585" algn="l"/>
                <a:tab pos="6861810" algn="l"/>
              </a:tabLst>
              <a:defRPr/>
            </a:pP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Chang</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e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th</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e	f</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ollowin</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g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IPv</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4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addresse</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s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fro</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m	b</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inary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notation to dotted-decimal</a:t>
            </a:r>
            <a:r>
              <a:rPr kumimoji="0" sz="2000" b="1" i="1" u="none" strike="noStrike" kern="1200" cap="none" spc="-63"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nota</a:t>
            </a:r>
            <a:r>
              <a:rPr sz="2000" b="1" i="1" spc="-5" dirty="0">
                <a:solidFill>
                  <a:prstClr val="black"/>
                </a:solidFill>
                <a:latin typeface="Times New Roman" panose="02020603050405020304"/>
                <a:cs typeface="Times New Roman" panose="02020603050405020304"/>
              </a:rPr>
              <a:t>tio</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
        <p:nvSpPr>
          <p:cNvPr id="9" name="object 9"/>
          <p:cNvSpPr/>
          <p:nvPr/>
        </p:nvSpPr>
        <p:spPr>
          <a:xfrm>
            <a:off x="1913237" y="2726849"/>
            <a:ext cx="6995505" cy="702151"/>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07888" y="1158232"/>
            <a:ext cx="2112103" cy="503490"/>
          </a:xfrm>
          <a:prstGeom prst="rect">
            <a:avLst/>
          </a:prstGeom>
        </p:spPr>
        <p:txBody>
          <a:bodyPr vert="horz" wrap="square" lIns="0" tIns="10941" rIns="0" bIns="0" rtlCol="0" anchor="ctr">
            <a:spAutoFit/>
          </a:bodyPr>
          <a:lstStyle/>
          <a:p>
            <a:pPr marL="11430">
              <a:lnSpc>
                <a:spcPct val="100000"/>
              </a:lnSpc>
              <a:spcBef>
                <a:spcPts val="85"/>
              </a:spcBef>
            </a:pPr>
            <a:r>
              <a:rPr b="1" i="1" spc="-5" dirty="0">
                <a:latin typeface="Times New Roman" panose="02020603050405020304"/>
                <a:cs typeface="Times New Roman" panose="02020603050405020304"/>
              </a:rPr>
              <a:t>Example</a:t>
            </a:r>
          </a:p>
        </p:txBody>
      </p:sp>
      <p:sp>
        <p:nvSpPr>
          <p:cNvPr id="8" name="object 8"/>
          <p:cNvSpPr txBox="1"/>
          <p:nvPr/>
        </p:nvSpPr>
        <p:spPr>
          <a:xfrm>
            <a:off x="1643982" y="1853299"/>
            <a:ext cx="8116002" cy="627182"/>
          </a:xfrm>
          <a:prstGeom prst="rect">
            <a:avLst/>
          </a:prstGeom>
        </p:spPr>
        <p:txBody>
          <a:bodyPr vert="horz" wrap="square" lIns="0" tIns="11516" rIns="0" bIns="0" rtlCol="0">
            <a:spAutoFit/>
          </a:bodyPr>
          <a:lstStyle/>
          <a:p>
            <a:pPr marL="11430" marR="4445" lvl="0" indent="0" algn="l" defTabSz="457200" rtl="0" eaLnBrk="1" fontAlgn="auto" latinLnBrk="0" hangingPunct="1">
              <a:lnSpc>
                <a:spcPct val="100000"/>
              </a:lnSpc>
              <a:spcBef>
                <a:spcPts val="90"/>
              </a:spcBef>
              <a:spcAft>
                <a:spcPts val="0"/>
              </a:spcAft>
              <a:buClrTx/>
              <a:buSzTx/>
              <a:buFontTx/>
              <a:buNone/>
              <a:tabLst>
                <a:tab pos="1316355" algn="l"/>
                <a:tab pos="1995805" algn="l"/>
                <a:tab pos="3517900" algn="l"/>
                <a:tab pos="4411980" algn="l"/>
                <a:tab pos="5950585" algn="l"/>
                <a:tab pos="6861810" algn="l"/>
              </a:tabLst>
              <a:defRPr/>
            </a:pP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Chang</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e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th</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e	f</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ollowin</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g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IPv</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4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addresse</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s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fro</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m	b</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inary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notation to dotted-decimal</a:t>
            </a:r>
            <a:r>
              <a:rPr kumimoji="0" sz="2000" b="1" i="1" u="none" strike="noStrike" kern="1200" cap="none" spc="-63"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nota</a:t>
            </a:r>
            <a:r>
              <a:rPr sz="2000" b="1" i="1" spc="-5" dirty="0">
                <a:solidFill>
                  <a:prstClr val="black"/>
                </a:solidFill>
                <a:latin typeface="Times New Roman" panose="02020603050405020304"/>
                <a:cs typeface="Times New Roman" panose="02020603050405020304"/>
              </a:rPr>
              <a:t>tio</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
        <p:nvSpPr>
          <p:cNvPr id="9" name="object 9"/>
          <p:cNvSpPr/>
          <p:nvPr/>
        </p:nvSpPr>
        <p:spPr>
          <a:xfrm>
            <a:off x="1913237" y="2726849"/>
            <a:ext cx="6995505" cy="702151"/>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0" name="object 10"/>
          <p:cNvSpPr/>
          <p:nvPr/>
        </p:nvSpPr>
        <p:spPr>
          <a:xfrm>
            <a:off x="2075162" y="4930186"/>
            <a:ext cx="6995505" cy="778506"/>
          </a:xfrm>
          <a:custGeom>
            <a:avLst/>
            <a:gdLst/>
            <a:ahLst/>
            <a:cxnLst/>
            <a:rect l="l" t="t" r="r" b="b"/>
            <a:pathLst>
              <a:path w="9144000" h="858520">
                <a:moveTo>
                  <a:pt x="9144000" y="858012"/>
                </a:moveTo>
                <a:lnTo>
                  <a:pt x="9144000" y="0"/>
                </a:lnTo>
                <a:lnTo>
                  <a:pt x="0" y="0"/>
                </a:lnTo>
                <a:lnTo>
                  <a:pt x="0" y="858012"/>
                </a:lnTo>
                <a:lnTo>
                  <a:pt x="9144000" y="858012"/>
                </a:lnTo>
                <a:close/>
              </a:path>
            </a:pathLst>
          </a:custGeom>
          <a:solidFill>
            <a:srgbClr val="FFFFFF"/>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1" name="object 11"/>
          <p:cNvSpPr txBox="1"/>
          <p:nvPr/>
        </p:nvSpPr>
        <p:spPr>
          <a:xfrm>
            <a:off x="1592331" y="3610619"/>
            <a:ext cx="9514439" cy="1017930"/>
          </a:xfrm>
          <a:prstGeom prst="rect">
            <a:avLst/>
          </a:prstGeom>
        </p:spPr>
        <p:txBody>
          <a:bodyPr vert="horz" wrap="square" lIns="0" tIns="11516" rIns="0" bIns="0" rtlCol="0">
            <a:spAutoFit/>
          </a:bodyPr>
          <a:lstStyle/>
          <a:p>
            <a:pPr marL="11430" marR="0" lvl="0" indent="0" algn="l" defTabSz="457200" rtl="0" eaLnBrk="1" fontAlgn="auto" latinLnBrk="0" hangingPunct="1">
              <a:lnSpc>
                <a:spcPct val="100000"/>
              </a:lnSpc>
              <a:spcBef>
                <a:spcPts val="90"/>
              </a:spcBef>
              <a:spcAft>
                <a:spcPts val="0"/>
              </a:spcAft>
              <a:buClrTx/>
              <a:buSzTx/>
              <a:buFontTx/>
              <a:buNone/>
              <a:defRPr/>
            </a:pPr>
            <a:r>
              <a:rPr kumimoji="0" sz="254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Solution</a:t>
            </a:r>
            <a:endParaRPr kumimoji="0" sz="254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11430" marR="4445" lvl="0" indent="0" algn="just" defTabSz="457200" rtl="0" eaLnBrk="1" fontAlgn="auto" latinLnBrk="0" hangingPunct="1">
              <a:lnSpc>
                <a:spcPct val="100000"/>
              </a:lnSpc>
              <a:spcBef>
                <a:spcPts val="0"/>
              </a:spcBef>
              <a:spcAft>
                <a:spcPts val="0"/>
              </a:spcAft>
              <a:buClrTx/>
              <a:buSzTx/>
              <a:buFontTx/>
              <a:buNone/>
              <a:defRPr/>
            </a:pPr>
            <a:r>
              <a:rPr kumimoji="0" sz="2000" b="1" i="1" u="none" strike="noStrike" kern="1200" cap="none" spc="-100" normalizeH="0" baseline="0" noProof="0" dirty="0">
                <a:ln>
                  <a:noFill/>
                </a:ln>
                <a:solidFill>
                  <a:prstClr val="black"/>
                </a:solidFill>
                <a:effectLst/>
                <a:uLnTx/>
                <a:uFillTx/>
                <a:latin typeface="Times New Roman" panose="02020603050405020304"/>
                <a:ea typeface="+mn-ea"/>
                <a:cs typeface="Times New Roman" panose="02020603050405020304"/>
              </a:rPr>
              <a:t>We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replace each group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of 8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bits with its equivalent  decimal number and add dots for  separation</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grpSp>
        <p:nvGrpSpPr>
          <p:cNvPr id="12" name="object 12"/>
          <p:cNvGrpSpPr/>
          <p:nvPr/>
        </p:nvGrpSpPr>
        <p:grpSpPr>
          <a:xfrm>
            <a:off x="2075161" y="4577992"/>
            <a:ext cx="6995505" cy="1141273"/>
            <a:chOff x="774839" y="5491734"/>
            <a:chExt cx="9144000" cy="1258570"/>
          </a:xfrm>
        </p:grpSpPr>
        <p:sp>
          <p:nvSpPr>
            <p:cNvPr id="13" name="object 13"/>
            <p:cNvSpPr/>
            <p:nvPr/>
          </p:nvSpPr>
          <p:spPr>
            <a:xfrm>
              <a:off x="774839" y="5491734"/>
              <a:ext cx="9144000" cy="858519"/>
            </a:xfrm>
            <a:custGeom>
              <a:avLst/>
              <a:gdLst/>
              <a:ahLst/>
              <a:cxnLst/>
              <a:rect l="l" t="t" r="r" b="b"/>
              <a:pathLst>
                <a:path w="9144000" h="858520">
                  <a:moveTo>
                    <a:pt x="9143999" y="858012"/>
                  </a:moveTo>
                  <a:lnTo>
                    <a:pt x="9143999" y="0"/>
                  </a:lnTo>
                  <a:lnTo>
                    <a:pt x="0" y="0"/>
                  </a:lnTo>
                  <a:lnTo>
                    <a:pt x="0" y="858012"/>
                  </a:lnTo>
                  <a:lnTo>
                    <a:pt x="9143999" y="858012"/>
                  </a:lnTo>
                  <a:close/>
                </a:path>
              </a:pathLst>
            </a:custGeom>
            <a:solidFill>
              <a:srgbClr val="FFFFFF"/>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4" name="object 14"/>
            <p:cNvSpPr/>
            <p:nvPr/>
          </p:nvSpPr>
          <p:spPr>
            <a:xfrm>
              <a:off x="1080401" y="5839968"/>
              <a:ext cx="3071622" cy="909827"/>
            </a:xfrm>
            <a:prstGeom prst="rect">
              <a:avLst/>
            </a:prstGeom>
            <a:blipFill>
              <a:blip r:embed="rId3"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360" y="1295575"/>
            <a:ext cx="2112103" cy="503490"/>
          </a:xfrm>
          <a:prstGeom prst="rect">
            <a:avLst/>
          </a:prstGeom>
        </p:spPr>
        <p:txBody>
          <a:bodyPr vert="horz" wrap="square" lIns="0" tIns="10941" rIns="0" bIns="0" rtlCol="0" anchor="ctr">
            <a:spAutoFit/>
          </a:bodyPr>
          <a:lstStyle/>
          <a:p>
            <a:pPr marL="11430">
              <a:lnSpc>
                <a:spcPct val="100000"/>
              </a:lnSpc>
              <a:spcBef>
                <a:spcPts val="85"/>
              </a:spcBef>
            </a:pPr>
            <a:r>
              <a:rPr b="1" i="1" spc="-5" dirty="0">
                <a:latin typeface="Times New Roman" panose="02020603050405020304"/>
                <a:cs typeface="Times New Roman" panose="02020603050405020304"/>
              </a:rPr>
              <a:t>Example</a:t>
            </a:r>
          </a:p>
        </p:txBody>
      </p:sp>
      <p:sp>
        <p:nvSpPr>
          <p:cNvPr id="8" name="object 8"/>
          <p:cNvSpPr txBox="1"/>
          <p:nvPr/>
        </p:nvSpPr>
        <p:spPr>
          <a:xfrm>
            <a:off x="1370136" y="1927989"/>
            <a:ext cx="9673002" cy="319405"/>
          </a:xfrm>
          <a:prstGeom prst="rect">
            <a:avLst/>
          </a:prstGeom>
        </p:spPr>
        <p:txBody>
          <a:bodyPr vert="horz" wrap="square" lIns="0" tIns="11516" rIns="0" bIns="0" rtlCol="0">
            <a:spAutoFit/>
          </a:bodyPr>
          <a:lstStyle/>
          <a:p>
            <a:pPr marL="11430" marR="4445" lvl="0" indent="0" algn="l" defTabSz="457200" rtl="0" eaLnBrk="1" fontAlgn="auto" latinLnBrk="0" hangingPunct="1">
              <a:lnSpc>
                <a:spcPct val="100000"/>
              </a:lnSpc>
              <a:spcBef>
                <a:spcPts val="90"/>
              </a:spcBef>
              <a:spcAft>
                <a:spcPts val="0"/>
              </a:spcAft>
              <a:buClrTx/>
              <a:buSzTx/>
              <a:buFontTx/>
              <a:buNone/>
              <a:defRPr/>
            </a:pP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Change the following IPv4 addresses from dotted-decimal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notation to binary</a:t>
            </a:r>
            <a:r>
              <a:rPr kumimoji="0" sz="2000" b="1" i="1" u="none" strike="noStrike" kern="1200" cap="none" spc="-54"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notation.</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
        <p:nvSpPr>
          <p:cNvPr id="9" name="object 9"/>
          <p:cNvSpPr/>
          <p:nvPr/>
        </p:nvSpPr>
        <p:spPr>
          <a:xfrm>
            <a:off x="2468072" y="2396696"/>
            <a:ext cx="2599475" cy="793247"/>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0" name="object 10"/>
          <p:cNvSpPr txBox="1"/>
          <p:nvPr/>
        </p:nvSpPr>
        <p:spPr>
          <a:xfrm>
            <a:off x="2228923" y="3306581"/>
            <a:ext cx="1155092" cy="402376"/>
          </a:xfrm>
          <a:prstGeom prst="rect">
            <a:avLst/>
          </a:prstGeom>
        </p:spPr>
        <p:txBody>
          <a:bodyPr vert="horz" wrap="square" lIns="0" tIns="11516" rIns="0" bIns="0" rtlCol="0">
            <a:spAutoFit/>
          </a:bodyPr>
          <a:lstStyle/>
          <a:p>
            <a:pPr marL="11430" marR="0" lvl="0" indent="0" algn="l" defTabSz="457200" rtl="0" eaLnBrk="1" fontAlgn="auto" latinLnBrk="0" hangingPunct="1">
              <a:lnSpc>
                <a:spcPct val="100000"/>
              </a:lnSpc>
              <a:spcBef>
                <a:spcPts val="90"/>
              </a:spcBef>
              <a:spcAft>
                <a:spcPts val="0"/>
              </a:spcAft>
              <a:buClrTx/>
              <a:buSzTx/>
              <a:buFontTx/>
              <a:buNone/>
              <a:defRPr/>
            </a:pPr>
            <a:r>
              <a:rPr kumimoji="0" sz="254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Solution</a:t>
            </a:r>
            <a:endParaRPr kumimoji="0" sz="2540" b="0" i="0" u="none" strike="noStrike" kern="1200" cap="none" spc="0" normalizeH="0" baseline="0" noProof="0">
              <a:ln>
                <a:noFill/>
              </a:ln>
              <a:solidFill>
                <a:prstClr val="black"/>
              </a:solidFill>
              <a:effectLst/>
              <a:uLnTx/>
              <a:uFillTx/>
              <a:latin typeface="Times New Roman" panose="02020603050405020304"/>
              <a:ea typeface="+mn-ea"/>
              <a:cs typeface="Times New Roman" panose="02020603050405020304"/>
            </a:endParaRPr>
          </a:p>
        </p:txBody>
      </p:sp>
      <p:sp>
        <p:nvSpPr>
          <p:cNvPr id="12" name="object 12"/>
          <p:cNvSpPr txBox="1"/>
          <p:nvPr/>
        </p:nvSpPr>
        <p:spPr>
          <a:xfrm>
            <a:off x="1746124" y="3714688"/>
            <a:ext cx="9297013" cy="319405"/>
          </a:xfrm>
          <a:prstGeom prst="rect">
            <a:avLst/>
          </a:prstGeom>
        </p:spPr>
        <p:txBody>
          <a:bodyPr vert="horz" wrap="square" lIns="0" tIns="11516" rIns="0" bIns="0" rtlCol="0">
            <a:spAutoFit/>
          </a:bodyPr>
          <a:lstStyle/>
          <a:p>
            <a:pPr marL="11430" defTabSz="457200">
              <a:spcBef>
                <a:spcPts val="90"/>
              </a:spcBef>
              <a:tabLst>
                <a:tab pos="1320165" algn="l"/>
                <a:tab pos="2165350" algn="l"/>
                <a:tab pos="2741295" algn="l"/>
              </a:tabLst>
              <a:defRPr/>
            </a:pPr>
            <a:r>
              <a:rPr lang="en-IN" sz="2000" b="1" i="1" spc="-195" dirty="0">
                <a:solidFill>
                  <a:prstClr val="black"/>
                </a:solidFill>
                <a:latin typeface="Times New Roman" panose="02020603050405020304"/>
                <a:cs typeface="Times New Roman" panose="02020603050405020304"/>
              </a:rPr>
              <a:t>W</a:t>
            </a:r>
            <a:r>
              <a:rPr lang="en-IN" sz="2000" b="1" i="1" dirty="0">
                <a:solidFill>
                  <a:prstClr val="black"/>
                </a:solidFill>
                <a:latin typeface="Times New Roman" panose="02020603050405020304"/>
                <a:cs typeface="Times New Roman" panose="02020603050405020304"/>
              </a:rPr>
              <a:t>e </a:t>
            </a:r>
            <a:r>
              <a:rPr lang="en-IN" sz="2000" b="1" i="1" spc="-5" dirty="0">
                <a:solidFill>
                  <a:prstClr val="black"/>
                </a:solidFill>
                <a:latin typeface="Times New Roman" panose="02020603050405020304"/>
                <a:cs typeface="Times New Roman" panose="02020603050405020304"/>
              </a:rPr>
              <a:t>replac</a:t>
            </a:r>
            <a:r>
              <a:rPr lang="en-IN" sz="2000" b="1" i="1" dirty="0">
                <a:solidFill>
                  <a:prstClr val="black"/>
                </a:solidFill>
                <a:latin typeface="Times New Roman" panose="02020603050405020304"/>
                <a:cs typeface="Times New Roman" panose="02020603050405020304"/>
              </a:rPr>
              <a:t>e </a:t>
            </a:r>
            <a:r>
              <a:rPr lang="en-IN" sz="2000" b="1" i="1" spc="-9" dirty="0">
                <a:solidFill>
                  <a:prstClr val="black"/>
                </a:solidFill>
                <a:latin typeface="Times New Roman" panose="02020603050405020304"/>
                <a:cs typeface="Times New Roman" panose="02020603050405020304"/>
              </a:rPr>
              <a:t>e</a:t>
            </a:r>
            <a:r>
              <a:rPr lang="en-IN" sz="2000" b="1" i="1" spc="-5" dirty="0">
                <a:solidFill>
                  <a:prstClr val="black"/>
                </a:solidFill>
                <a:latin typeface="Times New Roman" panose="02020603050405020304"/>
                <a:cs typeface="Times New Roman" panose="02020603050405020304"/>
              </a:rPr>
              <a:t>ac</a:t>
            </a:r>
            <a:r>
              <a:rPr lang="en-IN" sz="2000" b="1" i="1" dirty="0">
                <a:solidFill>
                  <a:prstClr val="black"/>
                </a:solidFill>
                <a:latin typeface="Times New Roman" panose="02020603050405020304"/>
                <a:cs typeface="Times New Roman" panose="02020603050405020304"/>
              </a:rPr>
              <a:t>h </a:t>
            </a:r>
            <a:r>
              <a:rPr lang="en-IN" sz="2000" b="1" i="1" spc="-5" dirty="0">
                <a:solidFill>
                  <a:prstClr val="black"/>
                </a:solidFill>
                <a:latin typeface="Times New Roman" panose="02020603050405020304"/>
                <a:cs typeface="Times New Roman" panose="02020603050405020304"/>
              </a:rPr>
              <a:t>decimal </a:t>
            </a:r>
            <a:r>
              <a:rPr kumimoji="0" sz="2000" b="1"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numbe</a:t>
            </a:r>
            <a:r>
              <a:rPr kumimoji="0" sz="2000" b="1"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r</a:t>
            </a:r>
            <a:r>
              <a:rPr kumimoji="0" lang="en-IN" sz="2000" b="1"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 </a:t>
            </a:r>
            <a:r>
              <a:rPr kumimoji="0" sz="2000" b="1"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wit</a:t>
            </a:r>
            <a:r>
              <a:rPr kumimoji="0" sz="2000" b="1"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h</a:t>
            </a:r>
            <a:r>
              <a:rPr lang="en-IN" sz="2000" b="1" i="1" dirty="0">
                <a:solidFill>
                  <a:prstClr val="black"/>
                </a:solidFill>
                <a:latin typeface="Times New Roman" panose="02020603050405020304"/>
                <a:cs typeface="Times New Roman" panose="02020603050405020304"/>
              </a:rPr>
              <a:t> </a:t>
            </a:r>
            <a:r>
              <a:rPr kumimoji="0" sz="2000" b="1"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it</a:t>
            </a:r>
            <a:r>
              <a:rPr kumimoji="0" sz="2000" b="1"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s</a:t>
            </a:r>
            <a:r>
              <a:rPr kumimoji="0" lang="en-IN" sz="2000" b="1"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 </a:t>
            </a:r>
            <a:r>
              <a:rPr kumimoji="0" sz="2000" b="1"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binary</a:t>
            </a:r>
            <a:r>
              <a:rPr lang="en-IN" sz="2000" b="1" i="1" spc="-5" dirty="0">
                <a:solidFill>
                  <a:prstClr val="black"/>
                </a:solidFill>
                <a:latin typeface="Times New Roman" panose="02020603050405020304"/>
                <a:cs typeface="Times New Roman" panose="02020603050405020304"/>
              </a:rPr>
              <a:t> equivalent</a:t>
            </a:r>
            <a:endParaRPr lang="en-IN" sz="2000" dirty="0">
              <a:solidFill>
                <a:prstClr val="black"/>
              </a:solidFill>
              <a:latin typeface="Times New Roman" panose="02020603050405020304"/>
              <a:cs typeface="Times New Roman" panose="02020603050405020304"/>
            </a:endParaRPr>
          </a:p>
        </p:txBody>
      </p:sp>
      <p:sp>
        <p:nvSpPr>
          <p:cNvPr id="14" name="object 14"/>
          <p:cNvSpPr/>
          <p:nvPr/>
        </p:nvSpPr>
        <p:spPr>
          <a:xfrm>
            <a:off x="2325066" y="4293797"/>
            <a:ext cx="6594045" cy="943882"/>
          </a:xfrm>
          <a:prstGeom prst="rect">
            <a:avLst/>
          </a:prstGeom>
          <a:blipFill>
            <a:blip r:embed="rId3"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0629" y="775944"/>
            <a:ext cx="9603275" cy="1049235"/>
          </a:xfrm>
        </p:spPr>
        <p:txBody>
          <a:bodyPr>
            <a:normAutofit/>
          </a:bodyPr>
          <a:lstStyle/>
          <a:p>
            <a:pPr algn="ctr"/>
            <a:r>
              <a:rPr lang="en-IN" dirty="0">
                <a:latin typeface="Bookman Old Style" panose="02050604050505020204" pitchFamily="18" charset="0"/>
              </a:rPr>
              <a:t>IPv4 Address Rules</a:t>
            </a:r>
            <a:endParaRPr lang="en-US" dirty="0"/>
          </a:p>
        </p:txBody>
      </p:sp>
      <p:sp>
        <p:nvSpPr>
          <p:cNvPr id="3" name="Content Placeholder 2"/>
          <p:cNvSpPr>
            <a:spLocks noGrp="1"/>
          </p:cNvSpPr>
          <p:nvPr>
            <p:ph idx="1"/>
          </p:nvPr>
        </p:nvSpPr>
        <p:spPr>
          <a:xfrm>
            <a:off x="838200" y="2266949"/>
            <a:ext cx="10515600" cy="4454525"/>
          </a:xfrm>
        </p:spPr>
        <p:txBody>
          <a:bodyPr/>
          <a:lstStyle/>
          <a:p>
            <a:pPr>
              <a:buNone/>
            </a:pPr>
            <a:r>
              <a:rPr lang="en-US" b="1" dirty="0"/>
              <a:t>	</a:t>
            </a:r>
            <a:r>
              <a:rPr lang="en-US" b="1" dirty="0">
                <a:latin typeface="Bookman Old Style" panose="02050604050505020204" pitchFamily="18" charset="0"/>
              </a:rPr>
              <a:t>RULES:</a:t>
            </a:r>
          </a:p>
          <a:p>
            <a:pPr algn="just">
              <a:buNone/>
            </a:pPr>
            <a:r>
              <a:rPr lang="en-US" dirty="0">
                <a:latin typeface="Bookman Old Style" panose="02050604050505020204" pitchFamily="18" charset="0"/>
              </a:rPr>
              <a:t>		</a:t>
            </a:r>
            <a:r>
              <a:rPr lang="en-US" sz="2400" dirty="0">
                <a:latin typeface="Bookman Old Style" panose="02050604050505020204" pitchFamily="18" charset="0"/>
              </a:rPr>
              <a:t>1. There must be no leading zero </a:t>
            </a:r>
          </a:p>
          <a:p>
            <a:pPr algn="just">
              <a:buNone/>
            </a:pPr>
            <a:r>
              <a:rPr lang="en-US" sz="2400" dirty="0">
                <a:latin typeface="Bookman Old Style" panose="02050604050505020204" pitchFamily="18" charset="0"/>
              </a:rPr>
              <a:t>		2. There can be no more than four bytes in IPV4 address</a:t>
            </a:r>
          </a:p>
          <a:p>
            <a:pPr algn="just">
              <a:buNone/>
            </a:pPr>
            <a:r>
              <a:rPr lang="en-US" sz="2400" dirty="0">
                <a:latin typeface="Bookman Old Style" panose="02050604050505020204" pitchFamily="18" charset="0"/>
              </a:rPr>
              <a:t>		3. Each number must be less than or equal to 255</a:t>
            </a:r>
          </a:p>
          <a:p>
            <a:pPr algn="just">
              <a:buNone/>
            </a:pPr>
            <a:r>
              <a:rPr lang="en-US" sz="2400" dirty="0">
                <a:latin typeface="Bookman Old Style" panose="02050604050505020204" pitchFamily="18" charset="0"/>
              </a:rPr>
              <a:t>		4. A mixture of binary and decimal notation is not allowed.</a:t>
            </a:r>
          </a:p>
        </p:txBody>
      </p:sp>
      <p:sp>
        <p:nvSpPr>
          <p:cNvPr id="5" name="Slide Number Placeholder 4"/>
          <p:cNvSpPr>
            <a:spLocks noGrp="1"/>
          </p:cNvSpPr>
          <p:nvPr>
            <p:ph type="sldNum" sz="quarter" idx="12"/>
          </p:nvPr>
        </p:nvSpPr>
        <p:spPr/>
        <p:txBody>
          <a:bodyPr/>
          <a:lstStyle/>
          <a:p>
            <a:fld id="{68187FF5-4BF9-4B21-B0D2-9B7FF2B27D7F}" type="slidenum">
              <a:rPr lang="en-AU" smtClean="0"/>
              <a:t>14</a:t>
            </a:fld>
            <a:endParaRPr lang="en-A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4225" y="1184795"/>
            <a:ext cx="2112103" cy="503490"/>
          </a:xfrm>
          <a:prstGeom prst="rect">
            <a:avLst/>
          </a:prstGeom>
        </p:spPr>
        <p:txBody>
          <a:bodyPr vert="horz" wrap="square" lIns="0" tIns="10941" rIns="0" bIns="0" rtlCol="0" anchor="ctr">
            <a:spAutoFit/>
          </a:bodyPr>
          <a:lstStyle/>
          <a:p>
            <a:pPr marL="11430">
              <a:lnSpc>
                <a:spcPct val="100000"/>
              </a:lnSpc>
              <a:spcBef>
                <a:spcPts val="85"/>
              </a:spcBef>
            </a:pPr>
            <a:r>
              <a:rPr b="1" i="1" spc="-5" dirty="0">
                <a:latin typeface="Times New Roman" panose="02020603050405020304"/>
                <a:cs typeface="Times New Roman" panose="02020603050405020304"/>
              </a:rPr>
              <a:t>Example</a:t>
            </a:r>
          </a:p>
        </p:txBody>
      </p:sp>
      <p:sp>
        <p:nvSpPr>
          <p:cNvPr id="9" name="object 9"/>
          <p:cNvSpPr txBox="1"/>
          <p:nvPr/>
        </p:nvSpPr>
        <p:spPr>
          <a:xfrm>
            <a:off x="1445084" y="1873846"/>
            <a:ext cx="9569919" cy="319405"/>
          </a:xfrm>
          <a:prstGeom prst="rect">
            <a:avLst/>
          </a:prstGeom>
        </p:spPr>
        <p:txBody>
          <a:bodyPr vert="horz" wrap="square" lIns="0" tIns="11516" rIns="0" bIns="0" rtlCol="0">
            <a:spAutoFit/>
          </a:bodyPr>
          <a:lstStyle/>
          <a:p>
            <a:pPr marL="11430" marR="0" lvl="0" indent="0" algn="l" defTabSz="457200" rtl="0" eaLnBrk="1" fontAlgn="auto" latinLnBrk="0" hangingPunct="1">
              <a:lnSpc>
                <a:spcPct val="100000"/>
              </a:lnSpc>
              <a:spcBef>
                <a:spcPts val="90"/>
              </a:spcBef>
              <a:spcAft>
                <a:spcPts val="0"/>
              </a:spcAft>
              <a:buClrTx/>
              <a:buSzTx/>
              <a:buFontTx/>
              <a:buNone/>
              <a:defRPr/>
            </a:pP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Find the </a:t>
            </a:r>
            <a:r>
              <a:rPr kumimoji="0" sz="2000" b="1" i="1" u="none" strike="noStrike" kern="1200" cap="none" spc="-27" normalizeH="0" baseline="0" noProof="0" dirty="0">
                <a:ln>
                  <a:noFill/>
                </a:ln>
                <a:solidFill>
                  <a:prstClr val="black"/>
                </a:solidFill>
                <a:effectLst/>
                <a:uLnTx/>
                <a:uFillTx/>
                <a:latin typeface="Times New Roman" panose="02020603050405020304"/>
                <a:ea typeface="+mn-ea"/>
                <a:cs typeface="Times New Roman" panose="02020603050405020304"/>
              </a:rPr>
              <a:t>error,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if </a:t>
            </a:r>
            <a:r>
              <a:rPr kumimoji="0" sz="2000" b="1" i="1" u="none" strike="noStrike" kern="1200" cap="none" spc="-27" normalizeH="0" baseline="0" noProof="0" dirty="0">
                <a:ln>
                  <a:noFill/>
                </a:ln>
                <a:solidFill>
                  <a:prstClr val="black"/>
                </a:solidFill>
                <a:effectLst/>
                <a:uLnTx/>
                <a:uFillTx/>
                <a:latin typeface="Times New Roman" panose="02020603050405020304"/>
                <a:ea typeface="+mn-ea"/>
                <a:cs typeface="Times New Roman" panose="02020603050405020304"/>
              </a:rPr>
              <a:t>any,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in the following IPv4</a:t>
            </a:r>
            <a:r>
              <a:rPr kumimoji="0" sz="2000" b="1" i="1" u="none" strike="noStrike" kern="1200" cap="none" spc="-73"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addresses.</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
        <p:nvSpPr>
          <p:cNvPr id="10" name="object 10"/>
          <p:cNvSpPr/>
          <p:nvPr/>
        </p:nvSpPr>
        <p:spPr>
          <a:xfrm>
            <a:off x="2371725" y="2378812"/>
            <a:ext cx="2801986" cy="1151207"/>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1" name="object 11"/>
          <p:cNvSpPr txBox="1"/>
          <p:nvPr/>
        </p:nvSpPr>
        <p:spPr>
          <a:xfrm>
            <a:off x="1445085" y="3958557"/>
            <a:ext cx="9569918" cy="1633483"/>
          </a:xfrm>
          <a:prstGeom prst="rect">
            <a:avLst/>
          </a:prstGeom>
        </p:spPr>
        <p:txBody>
          <a:bodyPr vert="horz" wrap="square" lIns="0" tIns="11516" rIns="0" bIns="0" rtlCol="0">
            <a:spAutoFit/>
          </a:bodyPr>
          <a:lstStyle/>
          <a:p>
            <a:pPr marL="11430" marR="0" lvl="0" indent="0" algn="l" defTabSz="457200" rtl="0" eaLnBrk="1" fontAlgn="auto" latinLnBrk="0" hangingPunct="1">
              <a:lnSpc>
                <a:spcPct val="100000"/>
              </a:lnSpc>
              <a:spcBef>
                <a:spcPts val="90"/>
              </a:spcBef>
              <a:spcAft>
                <a:spcPts val="0"/>
              </a:spcAft>
              <a:buClrTx/>
              <a:buSzTx/>
              <a:buFontTx/>
              <a:buNone/>
              <a:defRPr/>
            </a:pPr>
            <a:r>
              <a:rPr kumimoji="0" sz="254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Solution</a:t>
            </a:r>
            <a:endParaRPr kumimoji="0" sz="254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333375" marR="0" lvl="0" indent="-322580" algn="l" defTabSz="457200" rtl="0" eaLnBrk="1" fontAlgn="auto" latinLnBrk="0" hangingPunct="1">
              <a:lnSpc>
                <a:spcPct val="100000"/>
              </a:lnSpc>
              <a:spcBef>
                <a:spcPts val="0"/>
              </a:spcBef>
              <a:spcAft>
                <a:spcPts val="0"/>
              </a:spcAft>
              <a:buClr>
                <a:srgbClr val="FF0000"/>
              </a:buClr>
              <a:buSzTx/>
              <a:buFontTx/>
              <a:buAutoNum type="alphaLcPeriod"/>
              <a:tabLst>
                <a:tab pos="333375" algn="l"/>
              </a:tabLst>
              <a:defRPr/>
            </a:pP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There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must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be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no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leading zero</a:t>
            </a:r>
            <a:r>
              <a:rPr kumimoji="0" sz="2000" b="1" i="1" u="none" strike="noStrike" kern="1200" cap="none" spc="-73"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(045).</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333375" marR="0" lvl="0" indent="-322580" algn="l" defTabSz="457200" rtl="0" eaLnBrk="1" fontAlgn="auto" latinLnBrk="0" hangingPunct="1">
              <a:lnSpc>
                <a:spcPct val="100000"/>
              </a:lnSpc>
              <a:spcBef>
                <a:spcPts val="0"/>
              </a:spcBef>
              <a:spcAft>
                <a:spcPts val="0"/>
              </a:spcAft>
              <a:buClr>
                <a:srgbClr val="FF0000"/>
              </a:buClr>
              <a:buSzTx/>
              <a:buFontTx/>
              <a:buAutoNum type="alphaLcPeriod"/>
              <a:tabLst>
                <a:tab pos="333375" algn="l"/>
              </a:tabLst>
              <a:defRPr/>
            </a:pP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There can be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no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more than four</a:t>
            </a:r>
            <a:r>
              <a:rPr kumimoji="0" sz="2000" b="1" i="1" u="none" strike="noStrike" kern="1200" cap="none" spc="-82"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numbers.</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314325" marR="0" lvl="0" indent="-303530" algn="l" defTabSz="457200" rtl="0" eaLnBrk="1" fontAlgn="auto" latinLnBrk="0" hangingPunct="1">
              <a:lnSpc>
                <a:spcPct val="100000"/>
              </a:lnSpc>
              <a:spcBef>
                <a:spcPts val="0"/>
              </a:spcBef>
              <a:spcAft>
                <a:spcPts val="0"/>
              </a:spcAft>
              <a:buClr>
                <a:srgbClr val="FF0000"/>
              </a:buClr>
              <a:buSzTx/>
              <a:buFontTx/>
              <a:buAutoNum type="alphaLcPeriod"/>
              <a:tabLst>
                <a:tab pos="314960" algn="l"/>
              </a:tabLst>
              <a:defRPr/>
            </a:pP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Each number needs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to be less than or equal to</a:t>
            </a:r>
            <a:r>
              <a:rPr kumimoji="0" sz="2000" b="1" i="1" u="none" strike="noStrike" kern="1200" cap="none" spc="-109"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255.</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321310" marR="361950" lvl="0" indent="-321310" algn="l" defTabSz="457200" rtl="0" eaLnBrk="1" fontAlgn="auto" latinLnBrk="0" hangingPunct="1">
              <a:lnSpc>
                <a:spcPct val="100000"/>
              </a:lnSpc>
              <a:spcBef>
                <a:spcPts val="0"/>
              </a:spcBef>
              <a:spcAft>
                <a:spcPts val="0"/>
              </a:spcAft>
              <a:buClr>
                <a:srgbClr val="FF0000"/>
              </a:buClr>
              <a:buSzTx/>
              <a:buFontTx/>
              <a:buAutoNum type="alphaLcPeriod"/>
              <a:tabLst>
                <a:tab pos="320675" algn="l"/>
              </a:tabLst>
              <a:defRPr/>
            </a:pP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A mixture of binary notation and</a:t>
            </a:r>
            <a:r>
              <a:rPr kumimoji="0" sz="2000" b="1" i="1" u="none" strike="noStrike" kern="1200" cap="none" spc="-277"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dotted-decimal  notation is not</a:t>
            </a:r>
            <a:r>
              <a:rPr kumimoji="0" sz="2000" b="1" i="1" u="none" strike="noStrike" kern="1200" cap="none" spc="-41"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allowed.</a:t>
            </a:r>
            <a:endParaRPr kumimoji="0"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 Classful addressing</a:t>
            </a:r>
          </a:p>
        </p:txBody>
      </p:sp>
      <p:sp>
        <p:nvSpPr>
          <p:cNvPr id="3" name="Content Placeholder 2"/>
          <p:cNvSpPr>
            <a:spLocks noGrp="1"/>
          </p:cNvSpPr>
          <p:nvPr>
            <p:ph idx="1"/>
          </p:nvPr>
        </p:nvSpPr>
        <p:spPr>
          <a:xfrm>
            <a:off x="1331659" y="1895812"/>
            <a:ext cx="9746073" cy="4160214"/>
          </a:xfrm>
        </p:spPr>
        <p:txBody>
          <a:bodyPr>
            <a:noAutofit/>
          </a:bodyPr>
          <a:lstStyle/>
          <a:p>
            <a:pPr marL="342900" lvl="1" indent="-342900" algn="just">
              <a:spcBef>
                <a:spcPts val="1000"/>
              </a:spcBef>
              <a:buFont typeface="Wingdings" panose="05000000000000000000" pitchFamily="2" charset="2"/>
              <a:buChar char="Ø"/>
            </a:pPr>
            <a:r>
              <a:rPr lang="en-IN" sz="2000" dirty="0"/>
              <a:t>IPv4 addressing, at its inception, used the concept of classes. </a:t>
            </a:r>
          </a:p>
          <a:p>
            <a:pPr marL="342900" lvl="1" indent="-342900" algn="just">
              <a:spcBef>
                <a:spcPts val="1000"/>
              </a:spcBef>
              <a:buFont typeface="Wingdings" panose="05000000000000000000" pitchFamily="2" charset="2"/>
              <a:buChar char="Ø"/>
            </a:pPr>
            <a:r>
              <a:rPr lang="en-IN" sz="2000" dirty="0"/>
              <a:t>The address space is divided into five classes: A, B, C, D, and E. Each class occupies some part of the address space </a:t>
            </a:r>
          </a:p>
          <a:p>
            <a:pPr marL="342900" lvl="1" indent="-342900" algn="just">
              <a:spcBef>
                <a:spcPts val="1000"/>
              </a:spcBef>
              <a:buFont typeface="Wingdings" panose="05000000000000000000" pitchFamily="2" charset="2"/>
              <a:buChar char="Ø"/>
            </a:pPr>
            <a:r>
              <a:rPr lang="en-IN" sz="2000" dirty="0"/>
              <a:t>We can find the class of an address when given the address in binary notation or dotted- decimal notation. </a:t>
            </a:r>
          </a:p>
          <a:p>
            <a:pPr marL="900430" lvl="1" indent="-180975" algn="just">
              <a:spcBef>
                <a:spcPts val="1000"/>
              </a:spcBef>
              <a:buFont typeface="+mj-lt"/>
              <a:buAutoNum type="romanLcPeriod"/>
            </a:pPr>
            <a:r>
              <a:rPr lang="en-IN" sz="2000" dirty="0"/>
              <a:t>	If the address is given in </a:t>
            </a:r>
            <a:r>
              <a:rPr lang="en-IN" sz="2000" b="1" dirty="0"/>
              <a:t>binary notation</a:t>
            </a:r>
            <a:r>
              <a:rPr lang="en-IN" sz="2000" dirty="0"/>
              <a:t>, the first few bits can immediately tell us the class of the address. </a:t>
            </a:r>
          </a:p>
          <a:p>
            <a:pPr marL="900430" lvl="1" indent="-180975" algn="just">
              <a:spcBef>
                <a:spcPts val="1000"/>
              </a:spcBef>
              <a:buFont typeface="+mj-lt"/>
              <a:buAutoNum type="romanLcPeriod"/>
            </a:pPr>
            <a:r>
              <a:rPr lang="en-IN" sz="2000" dirty="0"/>
              <a:t>If the address is given in </a:t>
            </a:r>
            <a:r>
              <a:rPr lang="en-IN" sz="2000" b="1" dirty="0"/>
              <a:t>decimal-dotted notation</a:t>
            </a:r>
            <a:r>
              <a:rPr lang="en-IN" sz="2000" dirty="0"/>
              <a:t>, the first byte defines the class.  </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8561" y="5215867"/>
            <a:ext cx="7791858" cy="290807"/>
          </a:xfrm>
          <a:prstGeom prst="rect">
            <a:avLst/>
          </a:prstGeom>
        </p:spPr>
        <p:txBody>
          <a:bodyPr vert="horz" wrap="square" lIns="0" tIns="11516" rIns="0" bIns="0" rtlCol="0" anchor="ctr">
            <a:spAutoFit/>
          </a:bodyPr>
          <a:lstStyle/>
          <a:p>
            <a:pPr marL="11430">
              <a:lnSpc>
                <a:spcPct val="100000"/>
              </a:lnSpc>
              <a:spcBef>
                <a:spcPts val="90"/>
              </a:spcBef>
              <a:tabLst>
                <a:tab pos="1477645" algn="l"/>
              </a:tabLst>
            </a:pPr>
            <a:r>
              <a:rPr sz="1815" b="1" i="1" spc="-5" dirty="0">
                <a:solidFill>
                  <a:schemeClr val="tx1"/>
                </a:solidFill>
                <a:latin typeface="Times New Roman" panose="02020603050405020304"/>
                <a:cs typeface="Times New Roman" panose="02020603050405020304"/>
              </a:rPr>
              <a:t>Finding the classes in binary and dotted-decimal</a:t>
            </a:r>
            <a:r>
              <a:rPr sz="1815" b="1" i="1" spc="36" dirty="0">
                <a:solidFill>
                  <a:schemeClr val="tx1"/>
                </a:solidFill>
                <a:latin typeface="Times New Roman" panose="02020603050405020304"/>
                <a:cs typeface="Times New Roman" panose="02020603050405020304"/>
              </a:rPr>
              <a:t> </a:t>
            </a:r>
            <a:r>
              <a:rPr sz="1815" b="1" i="1" spc="-5" dirty="0">
                <a:solidFill>
                  <a:schemeClr val="tx1"/>
                </a:solidFill>
                <a:latin typeface="Times New Roman" panose="02020603050405020304"/>
                <a:cs typeface="Times New Roman" panose="02020603050405020304"/>
              </a:rPr>
              <a:t>notation</a:t>
            </a:r>
            <a:endParaRPr sz="1815" b="1" dirty="0">
              <a:solidFill>
                <a:schemeClr val="tx1"/>
              </a:solidFill>
              <a:latin typeface="Times New Roman" panose="02020603050405020304"/>
              <a:cs typeface="Times New Roman" panose="02020603050405020304"/>
            </a:endParaRPr>
          </a:p>
        </p:txBody>
      </p:sp>
      <p:sp>
        <p:nvSpPr>
          <p:cNvPr id="4" name="object 4"/>
          <p:cNvSpPr/>
          <p:nvPr/>
        </p:nvSpPr>
        <p:spPr>
          <a:xfrm>
            <a:off x="1708879" y="2008681"/>
            <a:ext cx="8529403" cy="3043003"/>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5" name="object 5"/>
          <p:cNvSpPr/>
          <p:nvPr/>
        </p:nvSpPr>
        <p:spPr>
          <a:xfrm>
            <a:off x="2088428" y="5947975"/>
            <a:ext cx="7946297" cy="69098"/>
          </a:xfrm>
          <a:custGeom>
            <a:avLst/>
            <a:gdLst/>
            <a:ahLst/>
            <a:cxnLst/>
            <a:rect l="l" t="t" r="r" b="b"/>
            <a:pathLst>
              <a:path w="8763000" h="76200">
                <a:moveTo>
                  <a:pt x="8763000" y="76200"/>
                </a:moveTo>
                <a:lnTo>
                  <a:pt x="8763000" y="0"/>
                </a:lnTo>
                <a:lnTo>
                  <a:pt x="0" y="0"/>
                </a:lnTo>
                <a:lnTo>
                  <a:pt x="0" y="76200"/>
                </a:lnTo>
                <a:lnTo>
                  <a:pt x="8763000" y="76200"/>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7" name="TextBox 6"/>
          <p:cNvSpPr txBox="1"/>
          <p:nvPr/>
        </p:nvSpPr>
        <p:spPr>
          <a:xfrm>
            <a:off x="708917" y="811658"/>
            <a:ext cx="8743308"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IN" sz="2800" b="0" i="0" u="none" strike="noStrike" kern="1200" cap="none" spc="0" normalizeH="0" baseline="0" noProof="0" dirty="0">
                <a:ln>
                  <a:noFill/>
                </a:ln>
                <a:solidFill>
                  <a:prstClr val="white"/>
                </a:solidFill>
                <a:effectLst/>
                <a:uLnTx/>
                <a:uFillTx/>
                <a:latin typeface="Gill Sans MT" panose="020B0502020104020203"/>
                <a:ea typeface="+mn-ea"/>
                <a:cs typeface="+mn-cs"/>
              </a:rPr>
              <a:t>Classful addressing</a:t>
            </a:r>
          </a:p>
        </p:txBody>
      </p:sp>
      <p:sp>
        <p:nvSpPr>
          <p:cNvPr id="8" name="Title 1"/>
          <p:cNvSpPr txBox="1"/>
          <p:nvPr/>
        </p:nvSpPr>
        <p:spPr>
          <a:xfrm>
            <a:off x="1451579" y="804519"/>
            <a:ext cx="9603275"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dirty="0"/>
              <a:t>Classful addressing				</a:t>
            </a:r>
            <a:r>
              <a:rPr lang="en-IN" dirty="0" err="1"/>
              <a:t>contd</a:t>
            </a:r>
            <a:r>
              <a:rPr lang="en-IN"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2200" y="4954214"/>
            <a:ext cx="7889927" cy="288627"/>
          </a:xfrm>
          <a:prstGeom prst="rect">
            <a:avLst/>
          </a:prstGeom>
        </p:spPr>
        <p:txBody>
          <a:bodyPr vert="horz" wrap="square" lIns="0" tIns="11516" rIns="0" bIns="0" rtlCol="0" anchor="ctr">
            <a:spAutoFit/>
          </a:bodyPr>
          <a:lstStyle/>
          <a:p>
            <a:pPr marL="11430">
              <a:lnSpc>
                <a:spcPct val="100000"/>
              </a:lnSpc>
              <a:spcBef>
                <a:spcPts val="90"/>
              </a:spcBef>
              <a:tabLst>
                <a:tab pos="1350645" algn="l"/>
              </a:tabLst>
            </a:pPr>
            <a:r>
              <a:rPr sz="1800" b="1" i="1" spc="-5" dirty="0">
                <a:latin typeface="Times New Roman" panose="02020603050405020304"/>
                <a:cs typeface="Times New Roman" panose="02020603050405020304"/>
              </a:rPr>
              <a:t>Number of blocks and block size in classful IPv4</a:t>
            </a:r>
            <a:r>
              <a:rPr sz="1800" b="1" i="1" spc="41" dirty="0">
                <a:latin typeface="Times New Roman" panose="02020603050405020304"/>
                <a:cs typeface="Times New Roman" panose="02020603050405020304"/>
              </a:rPr>
              <a:t> </a:t>
            </a:r>
            <a:r>
              <a:rPr sz="1800" b="1" i="1" spc="-5" dirty="0">
                <a:latin typeface="Times New Roman" panose="02020603050405020304"/>
                <a:cs typeface="Times New Roman" panose="02020603050405020304"/>
              </a:rPr>
              <a:t>addressing</a:t>
            </a:r>
            <a:endParaRPr sz="1800" b="1" dirty="0">
              <a:latin typeface="Times New Roman" panose="02020603050405020304"/>
              <a:cs typeface="Times New Roman" panose="02020603050405020304"/>
            </a:endParaRPr>
          </a:p>
        </p:txBody>
      </p:sp>
      <p:sp>
        <p:nvSpPr>
          <p:cNvPr id="3" name="object 3"/>
          <p:cNvSpPr/>
          <p:nvPr/>
        </p:nvSpPr>
        <p:spPr>
          <a:xfrm>
            <a:off x="2411809" y="2565365"/>
            <a:ext cx="7277425" cy="2130990"/>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6" name="Title 1"/>
          <p:cNvSpPr txBox="1"/>
          <p:nvPr/>
        </p:nvSpPr>
        <p:spPr>
          <a:xfrm>
            <a:off x="1451579" y="804519"/>
            <a:ext cx="9603275"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dirty="0"/>
              <a:t>Classful addressing				</a:t>
            </a:r>
            <a:r>
              <a:rPr lang="en-IN" dirty="0" err="1"/>
              <a:t>contd</a:t>
            </a:r>
            <a:r>
              <a:rPr lang="en-IN"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451579" y="804519"/>
            <a:ext cx="9603275"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dirty="0"/>
              <a:t>Classful addressing				</a:t>
            </a:r>
            <a:r>
              <a:rPr lang="en-IN" dirty="0" err="1"/>
              <a:t>contd</a:t>
            </a:r>
            <a:r>
              <a:rPr lang="en-IN" dirty="0"/>
              <a:t>…</a:t>
            </a:r>
          </a:p>
        </p:txBody>
      </p:sp>
      <p:sp>
        <p:nvSpPr>
          <p:cNvPr id="9" name="Content Placeholder 2"/>
          <p:cNvSpPr txBox="1"/>
          <p:nvPr/>
        </p:nvSpPr>
        <p:spPr>
          <a:xfrm>
            <a:off x="0" y="1895812"/>
            <a:ext cx="6581774" cy="4160214"/>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lvl="1" indent="0" algn="just">
              <a:spcBef>
                <a:spcPts val="1000"/>
              </a:spcBef>
              <a:buNone/>
            </a:pPr>
            <a:r>
              <a:rPr lang="en-IN" sz="2000" b="1" i="1" dirty="0" err="1"/>
              <a:t>Netid</a:t>
            </a:r>
            <a:r>
              <a:rPr lang="en-IN" sz="2000" b="1" i="1" dirty="0"/>
              <a:t> and </a:t>
            </a:r>
            <a:r>
              <a:rPr lang="en-IN" sz="2000" b="1" i="1" dirty="0" err="1"/>
              <a:t>Hostid</a:t>
            </a:r>
            <a:r>
              <a:rPr lang="en-IN" sz="2000" i="1" dirty="0"/>
              <a:t> </a:t>
            </a:r>
          </a:p>
          <a:p>
            <a:pPr marL="342900" lvl="1" indent="-342900" algn="just">
              <a:spcBef>
                <a:spcPts val="1000"/>
              </a:spcBef>
              <a:buFont typeface="Wingdings" panose="05000000000000000000" pitchFamily="2" charset="2"/>
              <a:buChar char="Ø"/>
            </a:pPr>
            <a:r>
              <a:rPr lang="en-IN" dirty="0"/>
              <a:t>In </a:t>
            </a:r>
            <a:r>
              <a:rPr lang="en-IN" dirty="0" err="1"/>
              <a:t>classful</a:t>
            </a:r>
            <a:r>
              <a:rPr lang="en-IN" dirty="0"/>
              <a:t> addressing, an IP address in class A, B, or C is divided into </a:t>
            </a:r>
            <a:r>
              <a:rPr lang="en-IN" b="1" u="sng" dirty="0" err="1"/>
              <a:t>netid</a:t>
            </a:r>
            <a:r>
              <a:rPr lang="en-IN" dirty="0"/>
              <a:t> and </a:t>
            </a:r>
            <a:r>
              <a:rPr lang="en-IN" b="1" u="sng" dirty="0" err="1"/>
              <a:t>hostid</a:t>
            </a:r>
            <a:r>
              <a:rPr lang="en-IN" dirty="0"/>
              <a:t>. </a:t>
            </a:r>
          </a:p>
          <a:p>
            <a:pPr marL="342900" lvl="1" indent="-342900" algn="just">
              <a:spcBef>
                <a:spcPts val="1000"/>
              </a:spcBef>
              <a:buFont typeface="Wingdings" panose="05000000000000000000" pitchFamily="2" charset="2"/>
              <a:buChar char="Ø"/>
            </a:pPr>
            <a:r>
              <a:rPr lang="en-IN" dirty="0"/>
              <a:t>These parts are of varying lengths, depending on the class of the address. </a:t>
            </a:r>
          </a:p>
          <a:p>
            <a:pPr marL="342900" lvl="1" indent="-342900" algn="just">
              <a:spcBef>
                <a:spcPts val="1000"/>
              </a:spcBef>
              <a:buFont typeface="Wingdings" panose="05000000000000000000" pitchFamily="2" charset="2"/>
              <a:buChar char="Ø"/>
            </a:pPr>
            <a:r>
              <a:rPr lang="en-GB" dirty="0"/>
              <a:t>Classes D and E are not divided into </a:t>
            </a:r>
            <a:r>
              <a:rPr lang="en-GB" dirty="0" err="1"/>
              <a:t>netid</a:t>
            </a:r>
            <a:r>
              <a:rPr lang="en-GB" dirty="0"/>
              <a:t> and hosted.</a:t>
            </a:r>
            <a:endParaRPr lang="en-IN" dirty="0"/>
          </a:p>
          <a:p>
            <a:pPr marL="342900" lvl="1" indent="-342900" algn="just">
              <a:spcBef>
                <a:spcPts val="1000"/>
              </a:spcBef>
              <a:buFont typeface="Wingdings" panose="05000000000000000000" pitchFamily="2" charset="2"/>
              <a:buChar char="Ø"/>
            </a:pPr>
            <a:r>
              <a:rPr lang="en-IN" dirty="0"/>
              <a:t>In </a:t>
            </a:r>
            <a:r>
              <a:rPr lang="en-IN" i="1" dirty="0">
                <a:solidFill>
                  <a:srgbClr val="0070C0"/>
                </a:solidFill>
              </a:rPr>
              <a:t>class A, one byte defines the </a:t>
            </a:r>
            <a:r>
              <a:rPr lang="en-IN" i="1" dirty="0" err="1">
                <a:solidFill>
                  <a:srgbClr val="0070C0"/>
                </a:solidFill>
              </a:rPr>
              <a:t>netid</a:t>
            </a:r>
            <a:r>
              <a:rPr lang="en-IN" i="1" dirty="0">
                <a:solidFill>
                  <a:srgbClr val="0070C0"/>
                </a:solidFill>
              </a:rPr>
              <a:t> and three bytes define the </a:t>
            </a:r>
            <a:r>
              <a:rPr lang="en-IN" i="1" dirty="0" err="1">
                <a:solidFill>
                  <a:srgbClr val="0070C0"/>
                </a:solidFill>
              </a:rPr>
              <a:t>hostid</a:t>
            </a:r>
            <a:r>
              <a:rPr lang="en-IN" i="1" dirty="0">
                <a:solidFill>
                  <a:srgbClr val="0070C0"/>
                </a:solidFill>
              </a:rPr>
              <a:t>. </a:t>
            </a:r>
          </a:p>
          <a:p>
            <a:pPr marL="342900" lvl="1" indent="-342900" algn="just">
              <a:spcBef>
                <a:spcPts val="1000"/>
              </a:spcBef>
              <a:buFont typeface="Wingdings" panose="05000000000000000000" pitchFamily="2" charset="2"/>
              <a:buChar char="Ø"/>
            </a:pPr>
            <a:r>
              <a:rPr lang="en-IN" i="1" dirty="0">
                <a:solidFill>
                  <a:srgbClr val="0070C0"/>
                </a:solidFill>
              </a:rPr>
              <a:t>In class B, two bytes define the </a:t>
            </a:r>
            <a:r>
              <a:rPr lang="en-IN" i="1" dirty="0" err="1">
                <a:solidFill>
                  <a:srgbClr val="0070C0"/>
                </a:solidFill>
              </a:rPr>
              <a:t>netid</a:t>
            </a:r>
            <a:r>
              <a:rPr lang="en-IN" i="1" dirty="0">
                <a:solidFill>
                  <a:srgbClr val="0070C0"/>
                </a:solidFill>
              </a:rPr>
              <a:t> and two bytes define the </a:t>
            </a:r>
            <a:r>
              <a:rPr lang="en-IN" i="1" dirty="0" err="1">
                <a:solidFill>
                  <a:srgbClr val="0070C0"/>
                </a:solidFill>
              </a:rPr>
              <a:t>hostid</a:t>
            </a:r>
            <a:r>
              <a:rPr lang="en-IN" i="1" dirty="0">
                <a:solidFill>
                  <a:srgbClr val="0070C0"/>
                </a:solidFill>
              </a:rPr>
              <a:t>. </a:t>
            </a:r>
          </a:p>
          <a:p>
            <a:pPr marL="342900" lvl="1" indent="-342900" algn="just">
              <a:spcBef>
                <a:spcPts val="1000"/>
              </a:spcBef>
              <a:buFont typeface="Wingdings" panose="05000000000000000000" pitchFamily="2" charset="2"/>
              <a:buChar char="Ø"/>
            </a:pPr>
            <a:r>
              <a:rPr lang="en-IN" i="1" dirty="0">
                <a:solidFill>
                  <a:srgbClr val="0070C0"/>
                </a:solidFill>
              </a:rPr>
              <a:t>In class C, three bytes define the </a:t>
            </a:r>
            <a:r>
              <a:rPr lang="en-IN" i="1" dirty="0" err="1">
                <a:solidFill>
                  <a:srgbClr val="0070C0"/>
                </a:solidFill>
              </a:rPr>
              <a:t>netid</a:t>
            </a:r>
            <a:r>
              <a:rPr lang="en-IN" i="1" dirty="0">
                <a:solidFill>
                  <a:srgbClr val="0070C0"/>
                </a:solidFill>
              </a:rPr>
              <a:t> and one byte defines the </a:t>
            </a:r>
            <a:r>
              <a:rPr lang="en-IN" i="1" dirty="0" err="1">
                <a:solidFill>
                  <a:srgbClr val="0070C0"/>
                </a:solidFill>
              </a:rPr>
              <a:t>hostid</a:t>
            </a:r>
            <a:r>
              <a:rPr lang="en-IN" i="1" dirty="0">
                <a:solidFill>
                  <a:srgbClr val="0070C0"/>
                </a:solidFill>
              </a:rPr>
              <a:t>.  </a:t>
            </a:r>
          </a:p>
        </p:txBody>
      </p:sp>
      <p:pic>
        <p:nvPicPr>
          <p:cNvPr id="2" name="Picture 6"/>
          <p:cNvPicPr>
            <a:picLocks noChangeAspect="1" noChangeArrowheads="1"/>
          </p:cNvPicPr>
          <p:nvPr/>
        </p:nvPicPr>
        <p:blipFill>
          <a:blip r:embed="rId2" cstate="print"/>
          <a:srcRect/>
          <a:stretch>
            <a:fillRect/>
          </a:stretch>
        </p:blipFill>
        <p:spPr bwMode="auto">
          <a:xfrm>
            <a:off x="6705600" y="3413571"/>
            <a:ext cx="5486399" cy="2611975"/>
          </a:xfrm>
          <a:prstGeom prst="rect">
            <a:avLst/>
          </a:prstGeom>
          <a:noFill/>
          <a:ln w="9525">
            <a:noFill/>
            <a:miter lim="800000"/>
            <a:headEnd/>
            <a:tailEnd/>
          </a:ln>
        </p:spPr>
      </p:pic>
      <p:pic>
        <p:nvPicPr>
          <p:cNvPr id="3" name="Picture 7"/>
          <p:cNvPicPr>
            <a:picLocks noChangeAspect="1" noChangeArrowheads="1"/>
          </p:cNvPicPr>
          <p:nvPr/>
        </p:nvPicPr>
        <p:blipFill>
          <a:blip r:embed="rId3" cstate="print"/>
          <a:srcRect/>
          <a:stretch>
            <a:fillRect/>
          </a:stretch>
        </p:blipFill>
        <p:spPr bwMode="auto">
          <a:xfrm>
            <a:off x="6705600" y="2010391"/>
            <a:ext cx="5486400" cy="11493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fontAlgn="base">
              <a:spcBef>
                <a:spcPct val="0"/>
              </a:spcBef>
              <a:spcAft>
                <a:spcPct val="0"/>
              </a:spcAft>
              <a:defRPr/>
            </a:pPr>
            <a:endParaRPr kumimoji="1" lang="en-US" altLang="en-US" sz="2400" b="0" baseline="0">
              <a:solidFill>
                <a:srgbClr val="000000"/>
              </a:solidFill>
              <a:latin typeface="Tahoma" panose="020B0604030504040204" pitchFamily="34" charset="0"/>
            </a:endParaRPr>
          </a:p>
        </p:txBody>
      </p:sp>
      <p:sp>
        <p:nvSpPr>
          <p:cNvPr id="68612"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fontAlgn="base">
              <a:spcBef>
                <a:spcPct val="0"/>
              </a:spcBef>
              <a:spcAft>
                <a:spcPct val="0"/>
              </a:spcAft>
              <a:defRPr/>
            </a:pPr>
            <a:endParaRPr kumimoji="1" lang="en-US" altLang="en-US" sz="2400" b="0" baseline="0">
              <a:solidFill>
                <a:srgbClr val="000000"/>
              </a:solidFill>
              <a:latin typeface="Tahoma" panose="020B0604030504040204" pitchFamily="34" charset="0"/>
            </a:endParaRPr>
          </a:p>
        </p:txBody>
      </p:sp>
      <p:sp>
        <p:nvSpPr>
          <p:cNvPr id="68613" name="Rectangle 4"/>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fontAlgn="base">
              <a:spcBef>
                <a:spcPct val="0"/>
              </a:spcBef>
              <a:spcAft>
                <a:spcPct val="0"/>
              </a:spcAft>
              <a:defRPr/>
            </a:pPr>
            <a:endParaRPr kumimoji="1" lang="en-US" altLang="en-US" sz="2400" b="0" baseline="0">
              <a:solidFill>
                <a:srgbClr val="000000"/>
              </a:solidFill>
              <a:latin typeface="Tahoma" panose="020B0604030504040204" pitchFamily="34" charset="0"/>
            </a:endParaRPr>
          </a:p>
        </p:txBody>
      </p:sp>
      <p:sp>
        <p:nvSpPr>
          <p:cNvPr id="68614"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fontAlgn="base">
              <a:spcBef>
                <a:spcPct val="0"/>
              </a:spcBef>
              <a:spcAft>
                <a:spcPct val="0"/>
              </a:spcAft>
              <a:defRPr/>
            </a:pPr>
            <a:endParaRPr kumimoji="1" lang="en-US" altLang="en-US" sz="2400" b="0" baseline="0">
              <a:solidFill>
                <a:srgbClr val="000000"/>
              </a:solidFill>
              <a:latin typeface="Tahoma" panose="020B0604030504040204" pitchFamily="34" charset="0"/>
            </a:endParaRPr>
          </a:p>
        </p:txBody>
      </p:sp>
      <p:sp>
        <p:nvSpPr>
          <p:cNvPr id="68615"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fontAlgn="base">
              <a:spcBef>
                <a:spcPct val="0"/>
              </a:spcBef>
              <a:spcAft>
                <a:spcPct val="0"/>
              </a:spcAft>
              <a:defRPr/>
            </a:pPr>
            <a:endParaRPr kumimoji="1" lang="en-US" altLang="en-US" sz="2400" b="0" baseline="0">
              <a:solidFill>
                <a:srgbClr val="000000"/>
              </a:solidFill>
              <a:latin typeface="Tahoma" panose="020B0604030504040204" pitchFamily="34" charset="0"/>
            </a:endParaRPr>
          </a:p>
        </p:txBody>
      </p:sp>
      <p:sp>
        <p:nvSpPr>
          <p:cNvPr id="68616" name="Rectangle 7"/>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fontAlgn="base">
              <a:spcBef>
                <a:spcPct val="0"/>
              </a:spcBef>
              <a:spcAft>
                <a:spcPct val="0"/>
              </a:spcAft>
              <a:defRPr/>
            </a:pPr>
            <a:endParaRPr kumimoji="1" lang="en-US" altLang="en-US" sz="2400" b="0" baseline="0">
              <a:solidFill>
                <a:srgbClr val="000000"/>
              </a:solidFill>
              <a:latin typeface="Tahoma" panose="020B0604030504040204" pitchFamily="34" charset="0"/>
            </a:endParaRPr>
          </a:p>
        </p:txBody>
      </p:sp>
      <p:sp>
        <p:nvSpPr>
          <p:cNvPr id="68617"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fontAlgn="base">
              <a:spcBef>
                <a:spcPct val="0"/>
              </a:spcBef>
              <a:spcAft>
                <a:spcPct val="0"/>
              </a:spcAft>
              <a:defRPr/>
            </a:pPr>
            <a:endParaRPr kumimoji="1" lang="en-US" altLang="en-US" sz="2400" b="0" baseline="0">
              <a:solidFill>
                <a:srgbClr val="000000"/>
              </a:solidFill>
              <a:latin typeface="Tahoma" panose="020B0604030504040204" pitchFamily="34" charset="0"/>
            </a:endParaRPr>
          </a:p>
        </p:txBody>
      </p:sp>
      <p:sp>
        <p:nvSpPr>
          <p:cNvPr id="68618" name="Rectangle 9"/>
          <p:cNvSpPr>
            <a:spLocks noChangeArrowheads="1"/>
          </p:cNvSpPr>
          <p:nvPr/>
        </p:nvSpPr>
        <p:spPr bwMode="auto">
          <a:xfrm>
            <a:off x="1752600" y="1143001"/>
            <a:ext cx="9473418" cy="19389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eaLnBrk="0" fontAlgn="base" hangingPunct="0">
              <a:spcBef>
                <a:spcPct val="0"/>
              </a:spcBef>
              <a:spcAft>
                <a:spcPct val="0"/>
              </a:spcAft>
              <a:defRPr/>
            </a:pPr>
            <a:r>
              <a:rPr lang="en-US" altLang="en-US" sz="2400" i="1" baseline="0" dirty="0">
                <a:solidFill>
                  <a:srgbClr val="000000"/>
                </a:solidFill>
                <a:latin typeface="Times New Roman" panose="02020603050405020304" pitchFamily="18" charset="0"/>
              </a:rPr>
              <a:t>Find the class of each address.</a:t>
            </a:r>
          </a:p>
          <a:p>
            <a:pPr algn="just" eaLnBrk="0" fontAlgn="base" hangingPunct="0">
              <a:spcBef>
                <a:spcPct val="0"/>
              </a:spcBef>
              <a:spcAft>
                <a:spcPct val="0"/>
              </a:spcAft>
              <a:defRPr/>
            </a:pPr>
            <a:r>
              <a:rPr lang="en-US" altLang="en-US" sz="2400" i="1" baseline="0" dirty="0">
                <a:solidFill>
                  <a:srgbClr val="FF0000"/>
                </a:solidFill>
                <a:latin typeface="Times New Roman" panose="02020603050405020304" pitchFamily="18" charset="0"/>
              </a:rPr>
              <a:t>a.</a:t>
            </a:r>
            <a:r>
              <a:rPr lang="en-US" altLang="en-US" sz="2400" i="1" baseline="0" dirty="0">
                <a:solidFill>
                  <a:srgbClr val="000000"/>
                </a:solidFill>
                <a:latin typeface="Times New Roman" panose="02020603050405020304" pitchFamily="18" charset="0"/>
              </a:rPr>
              <a:t>   </a:t>
            </a:r>
            <a:r>
              <a:rPr lang="en-US" altLang="en-US" sz="2400" u="sng" baseline="0" dirty="0">
                <a:solidFill>
                  <a:srgbClr val="009900"/>
                </a:solidFill>
                <a:latin typeface="Times New Roman" panose="02020603050405020304" pitchFamily="18" charset="0"/>
              </a:rPr>
              <a:t>0</a:t>
            </a:r>
            <a:r>
              <a:rPr lang="en-US" altLang="en-US" sz="2400" b="0" baseline="0" dirty="0">
                <a:solidFill>
                  <a:srgbClr val="000000"/>
                </a:solidFill>
                <a:latin typeface="Times New Roman" panose="02020603050405020304" pitchFamily="18" charset="0"/>
              </a:rPr>
              <a:t>0000001 00001011 00001011 11101111</a:t>
            </a:r>
          </a:p>
          <a:p>
            <a:pPr algn="just" eaLnBrk="0" fontAlgn="base" hangingPunct="0">
              <a:spcBef>
                <a:spcPct val="0"/>
              </a:spcBef>
              <a:spcAft>
                <a:spcPct val="0"/>
              </a:spcAft>
              <a:defRPr/>
            </a:pPr>
            <a:r>
              <a:rPr lang="en-US" altLang="en-US" sz="2400" i="1" baseline="0" dirty="0">
                <a:solidFill>
                  <a:srgbClr val="FF0000"/>
                </a:solidFill>
                <a:latin typeface="Times New Roman" panose="02020603050405020304" pitchFamily="18" charset="0"/>
              </a:rPr>
              <a:t>b.</a:t>
            </a:r>
            <a:r>
              <a:rPr lang="en-US" altLang="en-US" sz="2400" i="1" baseline="0" dirty="0">
                <a:solidFill>
                  <a:srgbClr val="000000"/>
                </a:solidFill>
                <a:latin typeface="Times New Roman" panose="02020603050405020304" pitchFamily="18" charset="0"/>
              </a:rPr>
              <a:t>   </a:t>
            </a:r>
            <a:r>
              <a:rPr lang="en-US" altLang="en-US" sz="2400" u="sng" baseline="0" dirty="0">
                <a:solidFill>
                  <a:srgbClr val="009900"/>
                </a:solidFill>
                <a:latin typeface="Times New Roman" panose="02020603050405020304" pitchFamily="18" charset="0"/>
              </a:rPr>
              <a:t>110</a:t>
            </a:r>
            <a:r>
              <a:rPr lang="en-US" altLang="en-US" sz="2400" b="0" baseline="0" dirty="0">
                <a:solidFill>
                  <a:srgbClr val="000000"/>
                </a:solidFill>
                <a:latin typeface="Times New Roman" panose="02020603050405020304" pitchFamily="18" charset="0"/>
              </a:rPr>
              <a:t>00001 10000011 00011011 11111111</a:t>
            </a:r>
          </a:p>
          <a:p>
            <a:pPr algn="just" eaLnBrk="0" fontAlgn="base" hangingPunct="0">
              <a:spcBef>
                <a:spcPct val="0"/>
              </a:spcBef>
              <a:spcAft>
                <a:spcPct val="0"/>
              </a:spcAft>
              <a:defRPr/>
            </a:pPr>
            <a:r>
              <a:rPr lang="en-US" altLang="en-US" sz="2400" i="1" baseline="0" dirty="0">
                <a:solidFill>
                  <a:srgbClr val="FF0000"/>
                </a:solidFill>
                <a:latin typeface="Times New Roman" panose="02020603050405020304" pitchFamily="18" charset="0"/>
              </a:rPr>
              <a:t>c.</a:t>
            </a:r>
            <a:r>
              <a:rPr lang="en-US" altLang="en-US" sz="2400" i="1" baseline="0" dirty="0">
                <a:solidFill>
                  <a:srgbClr val="000000"/>
                </a:solidFill>
                <a:latin typeface="Times New Roman" panose="02020603050405020304" pitchFamily="18" charset="0"/>
              </a:rPr>
              <a:t>   </a:t>
            </a:r>
            <a:r>
              <a:rPr lang="en-US" altLang="en-US" sz="2400" u="sng" baseline="0" dirty="0">
                <a:solidFill>
                  <a:srgbClr val="009900"/>
                </a:solidFill>
                <a:latin typeface="Times New Roman" panose="02020603050405020304" pitchFamily="18" charset="0"/>
              </a:rPr>
              <a:t>14</a:t>
            </a:r>
            <a:r>
              <a:rPr lang="en-US" altLang="en-US" sz="2400" b="0" baseline="0" dirty="0">
                <a:solidFill>
                  <a:srgbClr val="000000"/>
                </a:solidFill>
                <a:latin typeface="Times New Roman" panose="02020603050405020304" pitchFamily="18" charset="0"/>
              </a:rPr>
              <a:t>.23.120.8</a:t>
            </a:r>
          </a:p>
          <a:p>
            <a:pPr algn="just" eaLnBrk="0" fontAlgn="base" hangingPunct="0">
              <a:spcBef>
                <a:spcPct val="0"/>
              </a:spcBef>
              <a:spcAft>
                <a:spcPct val="0"/>
              </a:spcAft>
              <a:defRPr/>
            </a:pPr>
            <a:r>
              <a:rPr lang="en-US" altLang="en-US" sz="2400" i="1" baseline="0" dirty="0">
                <a:solidFill>
                  <a:srgbClr val="FF0000"/>
                </a:solidFill>
                <a:latin typeface="Times New Roman" panose="02020603050405020304" pitchFamily="18" charset="0"/>
              </a:rPr>
              <a:t>d.</a:t>
            </a:r>
            <a:r>
              <a:rPr lang="en-US" altLang="en-US" sz="2400" i="1" baseline="0" dirty="0">
                <a:solidFill>
                  <a:srgbClr val="000000"/>
                </a:solidFill>
                <a:latin typeface="Times New Roman" panose="02020603050405020304" pitchFamily="18" charset="0"/>
              </a:rPr>
              <a:t>   </a:t>
            </a:r>
            <a:r>
              <a:rPr lang="en-US" altLang="en-US" sz="2400" u="sng" baseline="0" dirty="0">
                <a:solidFill>
                  <a:srgbClr val="009900"/>
                </a:solidFill>
                <a:latin typeface="Times New Roman" panose="02020603050405020304" pitchFamily="18" charset="0"/>
              </a:rPr>
              <a:t>252</a:t>
            </a:r>
            <a:r>
              <a:rPr lang="en-US" altLang="en-US" sz="2400" b="0" baseline="0" dirty="0">
                <a:solidFill>
                  <a:srgbClr val="000000"/>
                </a:solidFill>
                <a:latin typeface="Times New Roman" panose="02020603050405020304" pitchFamily="18" charset="0"/>
              </a:rPr>
              <a:t>.5.15.111</a:t>
            </a:r>
          </a:p>
        </p:txBody>
      </p:sp>
      <p:sp>
        <p:nvSpPr>
          <p:cNvPr id="68619" name="Text Box 10"/>
          <p:cNvSpPr txBox="1">
            <a:spLocks noChangeArrowheads="1"/>
          </p:cNvSpPr>
          <p:nvPr/>
        </p:nvSpPr>
        <p:spPr bwMode="auto">
          <a:xfrm>
            <a:off x="2667001"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0" fontAlgn="base" hangingPunct="0">
              <a:spcBef>
                <a:spcPct val="0"/>
              </a:spcBef>
              <a:spcAft>
                <a:spcPct val="0"/>
              </a:spcAft>
              <a:defRPr/>
            </a:pPr>
            <a:r>
              <a:rPr lang="en-US" altLang="en-US" i="1" baseline="0">
                <a:solidFill>
                  <a:srgbClr val="FF0000"/>
                </a:solidFill>
                <a:latin typeface="Times New Roman" panose="02020603050405020304" pitchFamily="18" charset="0"/>
              </a:rPr>
              <a:t>Example 19.4</a:t>
            </a:r>
          </a:p>
        </p:txBody>
      </p:sp>
      <p:sp>
        <p:nvSpPr>
          <p:cNvPr id="68620" name="Rectangle 11"/>
          <p:cNvSpPr>
            <a:spLocks noChangeArrowheads="1"/>
          </p:cNvSpPr>
          <p:nvPr/>
        </p:nvSpPr>
        <p:spPr bwMode="auto">
          <a:xfrm>
            <a:off x="1676400" y="3657600"/>
            <a:ext cx="9859108" cy="19389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eaLnBrk="0" fontAlgn="base" hangingPunct="0">
              <a:spcBef>
                <a:spcPct val="0"/>
              </a:spcBef>
              <a:spcAft>
                <a:spcPct val="0"/>
              </a:spcAft>
              <a:defRPr/>
            </a:pPr>
            <a:r>
              <a:rPr lang="en-US" altLang="en-US" sz="2400" i="1" baseline="0" dirty="0">
                <a:solidFill>
                  <a:srgbClr val="000000"/>
                </a:solidFill>
                <a:latin typeface="Times New Roman" panose="02020603050405020304" pitchFamily="18" charset="0"/>
              </a:rPr>
              <a:t>Solution</a:t>
            </a:r>
          </a:p>
          <a:p>
            <a:pPr eaLnBrk="0" fontAlgn="base" hangingPunct="0">
              <a:spcBef>
                <a:spcPct val="0"/>
              </a:spcBef>
              <a:spcAft>
                <a:spcPct val="0"/>
              </a:spcAft>
              <a:defRPr/>
            </a:pPr>
            <a:r>
              <a:rPr lang="en-US" altLang="en-US" sz="2400" b="0" i="1" baseline="0" dirty="0">
                <a:solidFill>
                  <a:srgbClr val="FF0000"/>
                </a:solidFill>
                <a:latin typeface="Times New Roman" panose="02020603050405020304" pitchFamily="18" charset="0"/>
              </a:rPr>
              <a:t>a.</a:t>
            </a:r>
            <a:r>
              <a:rPr lang="en-US" altLang="en-US" sz="2400" b="0" i="1" baseline="0" dirty="0">
                <a:solidFill>
                  <a:srgbClr val="000000"/>
                </a:solidFill>
                <a:latin typeface="Times New Roman" panose="02020603050405020304" pitchFamily="18" charset="0"/>
              </a:rPr>
              <a:t> The first bit is 0. This is a class A address.</a:t>
            </a:r>
          </a:p>
          <a:p>
            <a:pPr eaLnBrk="0" fontAlgn="base" hangingPunct="0">
              <a:spcBef>
                <a:spcPct val="0"/>
              </a:spcBef>
              <a:spcAft>
                <a:spcPct val="0"/>
              </a:spcAft>
              <a:defRPr/>
            </a:pPr>
            <a:r>
              <a:rPr lang="en-US" altLang="en-US" sz="2400" b="0" i="1" baseline="0" dirty="0">
                <a:solidFill>
                  <a:srgbClr val="FF0000"/>
                </a:solidFill>
                <a:latin typeface="Times New Roman" panose="02020603050405020304" pitchFamily="18" charset="0"/>
              </a:rPr>
              <a:t>b.</a:t>
            </a:r>
            <a:r>
              <a:rPr lang="en-US" altLang="en-US" sz="2400" b="0" i="1" baseline="0" dirty="0">
                <a:solidFill>
                  <a:srgbClr val="000000"/>
                </a:solidFill>
                <a:latin typeface="Times New Roman" panose="02020603050405020304" pitchFamily="18" charset="0"/>
              </a:rPr>
              <a:t> The first 2 bits are 1; the third bit is 0. This is a class C address.</a:t>
            </a:r>
          </a:p>
          <a:p>
            <a:pPr eaLnBrk="0" fontAlgn="base" hangingPunct="0">
              <a:spcBef>
                <a:spcPct val="0"/>
              </a:spcBef>
              <a:spcAft>
                <a:spcPct val="0"/>
              </a:spcAft>
              <a:defRPr/>
            </a:pPr>
            <a:r>
              <a:rPr lang="en-US" altLang="en-US" sz="2400" b="0" i="1" baseline="0" dirty="0">
                <a:solidFill>
                  <a:srgbClr val="FF0000"/>
                </a:solidFill>
                <a:latin typeface="Times New Roman" panose="02020603050405020304" pitchFamily="18" charset="0"/>
              </a:rPr>
              <a:t>c.</a:t>
            </a:r>
            <a:r>
              <a:rPr lang="en-US" altLang="en-US" sz="2400" b="0" i="1" baseline="0" dirty="0">
                <a:solidFill>
                  <a:srgbClr val="000000"/>
                </a:solidFill>
                <a:latin typeface="Times New Roman" panose="02020603050405020304" pitchFamily="18" charset="0"/>
              </a:rPr>
              <a:t> The first byte is 14; the class is A.</a:t>
            </a:r>
          </a:p>
          <a:p>
            <a:pPr eaLnBrk="0" fontAlgn="base" hangingPunct="0">
              <a:spcBef>
                <a:spcPct val="0"/>
              </a:spcBef>
              <a:spcAft>
                <a:spcPct val="0"/>
              </a:spcAft>
              <a:defRPr/>
            </a:pPr>
            <a:r>
              <a:rPr lang="en-US" altLang="en-US" sz="2400" b="0" i="1" baseline="0" dirty="0">
                <a:solidFill>
                  <a:srgbClr val="FF0000"/>
                </a:solidFill>
                <a:latin typeface="Times New Roman" panose="02020603050405020304" pitchFamily="18" charset="0"/>
              </a:rPr>
              <a:t>d.</a:t>
            </a:r>
            <a:r>
              <a:rPr lang="en-US" altLang="en-US" sz="2400" b="0" i="1" baseline="0" dirty="0">
                <a:solidFill>
                  <a:srgbClr val="000000"/>
                </a:solidFill>
                <a:latin typeface="Times New Roman" panose="02020603050405020304" pitchFamily="18" charset="0"/>
              </a:rPr>
              <a:t> The first byte is 252; the class is 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620"/>
                                        </p:tgtEl>
                                        <p:attrNameLst>
                                          <p:attrName>style.visibility</p:attrName>
                                        </p:attrNameLst>
                                      </p:cBhvr>
                                      <p:to>
                                        <p:strVal val="visible"/>
                                      </p:to>
                                    </p:set>
                                    <p:anim calcmode="lin" valueType="num">
                                      <p:cBhvr additive="base">
                                        <p:cTn id="7" dur="500" fill="hold"/>
                                        <p:tgtEl>
                                          <p:spTgt spid="68620"/>
                                        </p:tgtEl>
                                        <p:attrNameLst>
                                          <p:attrName>ppt_x</p:attrName>
                                        </p:attrNameLst>
                                      </p:cBhvr>
                                      <p:tavLst>
                                        <p:tav tm="0">
                                          <p:val>
                                            <p:strVal val="#ppt_x"/>
                                          </p:val>
                                        </p:tav>
                                        <p:tav tm="100000">
                                          <p:val>
                                            <p:strVal val="#ppt_x"/>
                                          </p:val>
                                        </p:tav>
                                      </p:tavLst>
                                    </p:anim>
                                    <p:anim calcmode="lin" valueType="num">
                                      <p:cBhvr additive="base">
                                        <p:cTn id="8" dur="500" fill="hold"/>
                                        <p:tgtEl>
                                          <p:spTgt spid="686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ctr" eaLnBrk="1" fontAlgn="auto" hangingPunct="1">
              <a:spcAft>
                <a:spcPts val="0"/>
              </a:spcAft>
              <a:defRPr/>
            </a:pPr>
            <a:r>
              <a:rPr lang="en-US" dirty="0"/>
              <a:t>Classful Addressing</a:t>
            </a:r>
            <a:endParaRPr lang="en-IN" dirty="0"/>
          </a:p>
        </p:txBody>
      </p:sp>
      <p:sp>
        <p:nvSpPr>
          <p:cNvPr id="29701" name="Content Placeholder 2"/>
          <p:cNvSpPr>
            <a:spLocks noGrp="1"/>
          </p:cNvSpPr>
          <p:nvPr>
            <p:ph idx="1"/>
          </p:nvPr>
        </p:nvSpPr>
        <p:spPr>
          <a:xfrm>
            <a:off x="225425" y="1028700"/>
            <a:ext cx="11534775" cy="5259388"/>
          </a:xfrm>
        </p:spPr>
        <p:txBody>
          <a:bodyPr/>
          <a:lstStyle/>
          <a:p>
            <a:pPr algn="just">
              <a:buFont typeface="Arial" panose="020B0604020202020204" pitchFamily="34" charset="0"/>
              <a:buNone/>
            </a:pPr>
            <a:r>
              <a:rPr lang="en-GB" sz="2400" b="1" i="1" u="sng" dirty="0">
                <a:latin typeface="Bookman Old Style" panose="02050604050505020204" pitchFamily="18" charset="0"/>
              </a:rPr>
              <a:t>Problems</a:t>
            </a:r>
          </a:p>
          <a:p>
            <a:pPr algn="just">
              <a:buFont typeface="Arial" panose="020B0604020202020204" pitchFamily="34" charset="0"/>
              <a:buNone/>
            </a:pPr>
            <a:endParaRPr lang="en-GB" sz="2400" b="1" i="1" u="sng" dirty="0">
              <a:latin typeface="Bookman Old Style" panose="02050604050505020204" pitchFamily="18" charset="0"/>
            </a:endParaRPr>
          </a:p>
          <a:p>
            <a:pPr algn="just">
              <a:buFont typeface="Arial" panose="020B0604020202020204" pitchFamily="34" charset="0"/>
              <a:buNone/>
            </a:pPr>
            <a:r>
              <a:rPr lang="en-GB" dirty="0"/>
              <a:t>1</a:t>
            </a:r>
            <a:r>
              <a:rPr lang="en-GB" sz="2400" dirty="0">
                <a:latin typeface="Bookman Old Style" panose="02050604050505020204" pitchFamily="18" charset="0"/>
              </a:rPr>
              <a:t>. Find the class of each address:</a:t>
            </a:r>
          </a:p>
          <a:p>
            <a:pPr algn="just">
              <a:buFont typeface="Arial" panose="020B0604020202020204" pitchFamily="34" charset="0"/>
              <a:buNone/>
            </a:pPr>
            <a:r>
              <a:rPr lang="en-GB" sz="2400" dirty="0">
                <a:latin typeface="Bookman Old Style" panose="02050604050505020204" pitchFamily="18" charset="0"/>
              </a:rPr>
              <a:t>   a. 00000001 00001011 00001011 11101111</a:t>
            </a:r>
          </a:p>
          <a:p>
            <a:pPr algn="just">
              <a:buFont typeface="Arial" panose="020B0604020202020204" pitchFamily="34" charset="0"/>
              <a:buNone/>
            </a:pPr>
            <a:r>
              <a:rPr lang="en-GB" sz="2400" dirty="0">
                <a:latin typeface="Bookman Old Style" panose="02050604050505020204" pitchFamily="18" charset="0"/>
              </a:rPr>
              <a:t>   b. 11000001 10000011 00011011 11111111</a:t>
            </a:r>
          </a:p>
          <a:p>
            <a:pPr algn="just">
              <a:buFont typeface="Arial" panose="020B0604020202020204" pitchFamily="34" charset="0"/>
              <a:buNone/>
            </a:pPr>
            <a:r>
              <a:rPr lang="en-GB" sz="2400" dirty="0">
                <a:latin typeface="Bookman Old Style" panose="02050604050505020204" pitchFamily="18" charset="0"/>
              </a:rPr>
              <a:t>   c. 10100111 11011011 10001011 01101111</a:t>
            </a:r>
          </a:p>
          <a:p>
            <a:pPr algn="just">
              <a:buFont typeface="Arial" panose="020B0604020202020204" pitchFamily="34" charset="0"/>
              <a:buNone/>
            </a:pPr>
            <a:r>
              <a:rPr lang="en-GB" sz="2400" dirty="0">
                <a:latin typeface="Bookman Old Style" panose="02050604050505020204" pitchFamily="18" charset="0"/>
              </a:rPr>
              <a:t>   d. 11110011 10011011 11111011 00001111</a:t>
            </a:r>
          </a:p>
          <a:p>
            <a:pPr algn="just">
              <a:buFont typeface="Arial" panose="020B0604020202020204" pitchFamily="34" charset="0"/>
              <a:buNone/>
            </a:pPr>
            <a:r>
              <a:rPr lang="en-GB" sz="2400" dirty="0">
                <a:latin typeface="Bookman Old Style" panose="02050604050505020204" pitchFamily="18" charset="0"/>
              </a:rPr>
              <a:t>	</a:t>
            </a:r>
            <a:endParaRPr lang="en-US" sz="2400" dirty="0">
              <a:latin typeface="Bookman Old Style" panose="020506040505050202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1">
                                            <p:txEl>
                                              <p:pRg st="0" end="0"/>
                                            </p:txEl>
                                          </p:spTgt>
                                        </p:tgtEl>
                                        <p:attrNameLst>
                                          <p:attrName>style.visibility</p:attrName>
                                        </p:attrNameLst>
                                      </p:cBhvr>
                                      <p:to>
                                        <p:strVal val="visible"/>
                                      </p:to>
                                    </p:set>
                                    <p:anim calcmode="lin" valueType="num">
                                      <p:cBhvr additive="base">
                                        <p:cTn id="7" dur="500" fill="hold"/>
                                        <p:tgtEl>
                                          <p:spTgt spid="2970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7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701">
                                            <p:txEl>
                                              <p:pRg st="2" end="2"/>
                                            </p:txEl>
                                          </p:spTgt>
                                        </p:tgtEl>
                                        <p:attrNameLst>
                                          <p:attrName>style.visibility</p:attrName>
                                        </p:attrNameLst>
                                      </p:cBhvr>
                                      <p:to>
                                        <p:strVal val="visible"/>
                                      </p:to>
                                    </p:set>
                                    <p:anim calcmode="lin" valueType="num">
                                      <p:cBhvr additive="base">
                                        <p:cTn id="13" dur="500" fill="hold"/>
                                        <p:tgtEl>
                                          <p:spTgt spid="2970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70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701">
                                            <p:txEl>
                                              <p:pRg st="3" end="3"/>
                                            </p:txEl>
                                          </p:spTgt>
                                        </p:tgtEl>
                                        <p:attrNameLst>
                                          <p:attrName>style.visibility</p:attrName>
                                        </p:attrNameLst>
                                      </p:cBhvr>
                                      <p:to>
                                        <p:strVal val="visible"/>
                                      </p:to>
                                    </p:set>
                                    <p:anim calcmode="lin" valueType="num">
                                      <p:cBhvr additive="base">
                                        <p:cTn id="19" dur="500" fill="hold"/>
                                        <p:tgtEl>
                                          <p:spTgt spid="2970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70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701">
                                            <p:txEl>
                                              <p:pRg st="4" end="4"/>
                                            </p:txEl>
                                          </p:spTgt>
                                        </p:tgtEl>
                                        <p:attrNameLst>
                                          <p:attrName>style.visibility</p:attrName>
                                        </p:attrNameLst>
                                      </p:cBhvr>
                                      <p:to>
                                        <p:strVal val="visible"/>
                                      </p:to>
                                    </p:set>
                                    <p:anim calcmode="lin" valueType="num">
                                      <p:cBhvr additive="base">
                                        <p:cTn id="25" dur="500" fill="hold"/>
                                        <p:tgtEl>
                                          <p:spTgt spid="2970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70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701">
                                            <p:txEl>
                                              <p:pRg st="5" end="5"/>
                                            </p:txEl>
                                          </p:spTgt>
                                        </p:tgtEl>
                                        <p:attrNameLst>
                                          <p:attrName>style.visibility</p:attrName>
                                        </p:attrNameLst>
                                      </p:cBhvr>
                                      <p:to>
                                        <p:strVal val="visible"/>
                                      </p:to>
                                    </p:set>
                                    <p:anim calcmode="lin" valueType="num">
                                      <p:cBhvr additive="base">
                                        <p:cTn id="31" dur="500" fill="hold"/>
                                        <p:tgtEl>
                                          <p:spTgt spid="2970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70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701">
                                            <p:txEl>
                                              <p:pRg st="6" end="6"/>
                                            </p:txEl>
                                          </p:spTgt>
                                        </p:tgtEl>
                                        <p:attrNameLst>
                                          <p:attrName>style.visibility</p:attrName>
                                        </p:attrNameLst>
                                      </p:cBhvr>
                                      <p:to>
                                        <p:strVal val="visible"/>
                                      </p:to>
                                    </p:set>
                                    <p:anim calcmode="lin" valueType="num">
                                      <p:cBhvr additive="base">
                                        <p:cTn id="37" dur="500" fill="hold"/>
                                        <p:tgtEl>
                                          <p:spTgt spid="2970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70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701">
                                            <p:txEl>
                                              <p:pRg st="7" end="7"/>
                                            </p:txEl>
                                          </p:spTgt>
                                        </p:tgtEl>
                                        <p:attrNameLst>
                                          <p:attrName>style.visibility</p:attrName>
                                        </p:attrNameLst>
                                      </p:cBhvr>
                                      <p:to>
                                        <p:strVal val="visible"/>
                                      </p:to>
                                    </p:set>
                                    <p:anim calcmode="lin" valueType="num">
                                      <p:cBhvr additive="base">
                                        <p:cTn id="43" dur="500" fill="hold"/>
                                        <p:tgtEl>
                                          <p:spTgt spid="29701">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970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ctr" eaLnBrk="1" fontAlgn="auto" hangingPunct="1">
              <a:spcAft>
                <a:spcPts val="0"/>
              </a:spcAft>
              <a:defRPr/>
            </a:pPr>
            <a:r>
              <a:rPr lang="en-US" dirty="0"/>
              <a:t>Classful Addressing</a:t>
            </a:r>
            <a:endParaRPr lang="en-IN" dirty="0"/>
          </a:p>
        </p:txBody>
      </p:sp>
      <p:sp>
        <p:nvSpPr>
          <p:cNvPr id="30724" name="Slide Number Placeholder 4"/>
          <p:cNvSpPr>
            <a:spLocks noGrp="1"/>
          </p:cNvSpPr>
          <p:nvPr>
            <p:ph type="sldNum" sz="quarter" idx="11"/>
          </p:nvPr>
        </p:nvSpPr>
        <p:spPr bwMode="auto">
          <a:xfrm>
            <a:off x="838200" y="6356350"/>
            <a:ext cx="9669087" cy="365125"/>
          </a:xfrm>
          <a:prstGeom prst="rect">
            <a:avLst/>
          </a:prstGeom>
          <a:noFill/>
          <a:ln>
            <a:miter lim="800000"/>
          </a:ln>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 2016 KL University – The contents of this presentation are an intellectual and copyrighted property of KL University. ALL RIGHTS RESERVED</a:t>
            </a:r>
          </a:p>
        </p:txBody>
      </p:sp>
      <p:sp>
        <p:nvSpPr>
          <p:cNvPr id="30725" name="Content Placeholder 2"/>
          <p:cNvSpPr>
            <a:spLocks noGrp="1"/>
          </p:cNvSpPr>
          <p:nvPr>
            <p:ph idx="1"/>
          </p:nvPr>
        </p:nvSpPr>
        <p:spPr>
          <a:xfrm>
            <a:off x="225425" y="1028700"/>
            <a:ext cx="10944225" cy="5259388"/>
          </a:xfrm>
        </p:spPr>
        <p:txBody>
          <a:bodyPr/>
          <a:lstStyle/>
          <a:p>
            <a:pPr algn="just">
              <a:buFont typeface="Arial" panose="020B0604020202020204" pitchFamily="34" charset="0"/>
              <a:buNone/>
            </a:pPr>
            <a:r>
              <a:rPr lang="en-GB" sz="2400" b="1" i="1" u="sng" dirty="0">
                <a:latin typeface="Bookman Old Style" panose="02050604050505020204" pitchFamily="18" charset="0"/>
              </a:rPr>
              <a:t>Problems</a:t>
            </a:r>
          </a:p>
          <a:p>
            <a:pPr algn="just">
              <a:buFont typeface="Arial" panose="020B0604020202020204" pitchFamily="34" charset="0"/>
              <a:buNone/>
            </a:pPr>
            <a:endParaRPr lang="en-GB" sz="2400" b="1" i="1" u="sng" dirty="0">
              <a:latin typeface="Bookman Old Style" panose="02050604050505020204" pitchFamily="18" charset="0"/>
            </a:endParaRPr>
          </a:p>
          <a:p>
            <a:pPr algn="just">
              <a:buFont typeface="Arial" panose="020B0604020202020204" pitchFamily="34" charset="0"/>
              <a:buNone/>
            </a:pPr>
            <a:r>
              <a:rPr lang="en-GB" sz="2400" b="1" dirty="0">
                <a:latin typeface="Bookman Old Style" panose="02050604050505020204" pitchFamily="18" charset="0"/>
              </a:rPr>
              <a:t>2</a:t>
            </a:r>
            <a:r>
              <a:rPr lang="en-GB" sz="2400" dirty="0">
                <a:latin typeface="Bookman Old Style" panose="02050604050505020204" pitchFamily="18" charset="0"/>
              </a:rPr>
              <a:t>. Find the class of each address:</a:t>
            </a:r>
          </a:p>
          <a:p>
            <a:pPr algn="just">
              <a:buFont typeface="Arial" panose="020B0604020202020204" pitchFamily="34" charset="0"/>
              <a:buNone/>
            </a:pPr>
            <a:r>
              <a:rPr lang="en-GB" sz="2400" dirty="0">
                <a:latin typeface="Bookman Old Style" panose="02050604050505020204" pitchFamily="18" charset="0"/>
              </a:rPr>
              <a:t>   a. 227.12.14.87</a:t>
            </a:r>
          </a:p>
          <a:p>
            <a:pPr algn="just">
              <a:buFont typeface="Arial" panose="020B0604020202020204" pitchFamily="34" charset="0"/>
              <a:buNone/>
            </a:pPr>
            <a:r>
              <a:rPr lang="en-GB" sz="2400" dirty="0">
                <a:latin typeface="Bookman Old Style" panose="02050604050505020204" pitchFamily="18" charset="0"/>
              </a:rPr>
              <a:t>   b. 193.14.56.22</a:t>
            </a:r>
          </a:p>
          <a:p>
            <a:pPr algn="just">
              <a:buFont typeface="Arial" panose="020B0604020202020204" pitchFamily="34" charset="0"/>
              <a:buNone/>
            </a:pPr>
            <a:r>
              <a:rPr lang="en-GB" sz="2400" dirty="0">
                <a:latin typeface="Bookman Old Style" panose="02050604050505020204" pitchFamily="18" charset="0"/>
              </a:rPr>
              <a:t>   c. 14.23.120.8</a:t>
            </a:r>
          </a:p>
          <a:p>
            <a:pPr algn="just">
              <a:buFont typeface="Arial" panose="020B0604020202020204" pitchFamily="34" charset="0"/>
              <a:buNone/>
            </a:pPr>
            <a:r>
              <a:rPr lang="en-GB" sz="2400" dirty="0">
                <a:latin typeface="Bookman Old Style" panose="02050604050505020204" pitchFamily="18" charset="0"/>
              </a:rPr>
              <a:t>   d. 252.5.15.111</a:t>
            </a:r>
            <a:r>
              <a:rPr lang="en-GB" sz="2400" b="1" dirty="0">
                <a:latin typeface="Bookman Old Style" panose="02050604050505020204" pitchFamily="18"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5">
                                            <p:txEl>
                                              <p:pRg st="0" end="0"/>
                                            </p:txEl>
                                          </p:spTgt>
                                        </p:tgtEl>
                                        <p:attrNameLst>
                                          <p:attrName>style.visibility</p:attrName>
                                        </p:attrNameLst>
                                      </p:cBhvr>
                                      <p:to>
                                        <p:strVal val="visible"/>
                                      </p:to>
                                    </p:set>
                                    <p:anim calcmode="lin" valueType="num">
                                      <p:cBhvr additive="base">
                                        <p:cTn id="7" dur="500" fill="hold"/>
                                        <p:tgtEl>
                                          <p:spTgt spid="3072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5">
                                            <p:txEl>
                                              <p:pRg st="2" end="2"/>
                                            </p:txEl>
                                          </p:spTgt>
                                        </p:tgtEl>
                                        <p:attrNameLst>
                                          <p:attrName>style.visibility</p:attrName>
                                        </p:attrNameLst>
                                      </p:cBhvr>
                                      <p:to>
                                        <p:strVal val="visible"/>
                                      </p:to>
                                    </p:set>
                                    <p:anim calcmode="lin" valueType="num">
                                      <p:cBhvr additive="base">
                                        <p:cTn id="13" dur="500" fill="hold"/>
                                        <p:tgtEl>
                                          <p:spTgt spid="3072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25">
                                            <p:txEl>
                                              <p:pRg st="3" end="3"/>
                                            </p:txEl>
                                          </p:spTgt>
                                        </p:tgtEl>
                                        <p:attrNameLst>
                                          <p:attrName>style.visibility</p:attrName>
                                        </p:attrNameLst>
                                      </p:cBhvr>
                                      <p:to>
                                        <p:strVal val="visible"/>
                                      </p:to>
                                    </p:set>
                                    <p:anim calcmode="lin" valueType="num">
                                      <p:cBhvr additive="base">
                                        <p:cTn id="19" dur="500" fill="hold"/>
                                        <p:tgtEl>
                                          <p:spTgt spid="3072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25">
                                            <p:txEl>
                                              <p:pRg st="4" end="4"/>
                                            </p:txEl>
                                          </p:spTgt>
                                        </p:tgtEl>
                                        <p:attrNameLst>
                                          <p:attrName>style.visibility</p:attrName>
                                        </p:attrNameLst>
                                      </p:cBhvr>
                                      <p:to>
                                        <p:strVal val="visible"/>
                                      </p:to>
                                    </p:set>
                                    <p:anim calcmode="lin" valueType="num">
                                      <p:cBhvr additive="base">
                                        <p:cTn id="25" dur="500" fill="hold"/>
                                        <p:tgtEl>
                                          <p:spTgt spid="3072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725">
                                            <p:txEl>
                                              <p:pRg st="5" end="5"/>
                                            </p:txEl>
                                          </p:spTgt>
                                        </p:tgtEl>
                                        <p:attrNameLst>
                                          <p:attrName>style.visibility</p:attrName>
                                        </p:attrNameLst>
                                      </p:cBhvr>
                                      <p:to>
                                        <p:strVal val="visible"/>
                                      </p:to>
                                    </p:set>
                                    <p:anim calcmode="lin" valueType="num">
                                      <p:cBhvr additive="base">
                                        <p:cTn id="31" dur="500" fill="hold"/>
                                        <p:tgtEl>
                                          <p:spTgt spid="3072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2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725">
                                            <p:txEl>
                                              <p:pRg st="6" end="6"/>
                                            </p:txEl>
                                          </p:spTgt>
                                        </p:tgtEl>
                                        <p:attrNameLst>
                                          <p:attrName>style.visibility</p:attrName>
                                        </p:attrNameLst>
                                      </p:cBhvr>
                                      <p:to>
                                        <p:strVal val="visible"/>
                                      </p:to>
                                    </p:set>
                                    <p:anim calcmode="lin" valueType="num">
                                      <p:cBhvr additive="base">
                                        <p:cTn id="37" dur="500" fill="hold"/>
                                        <p:tgtEl>
                                          <p:spTgt spid="3072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2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algn="ctr" eaLnBrk="1" hangingPunct="1"/>
            <a:r>
              <a:rPr lang="en-IN" sz="3600">
                <a:latin typeface="Bookman Old Style" panose="02050604050505020204" pitchFamily="18" charset="0"/>
              </a:rPr>
              <a:t>IPv4 Address</a:t>
            </a:r>
          </a:p>
        </p:txBody>
      </p:sp>
      <p:sp>
        <p:nvSpPr>
          <p:cNvPr id="20484" name="Slide Number Placeholder 4"/>
          <p:cNvSpPr>
            <a:spLocks noGrp="1"/>
          </p:cNvSpPr>
          <p:nvPr>
            <p:ph type="sldNum" sz="quarter" idx="11"/>
          </p:nvPr>
        </p:nvSpPr>
        <p:spPr bwMode="auto">
          <a:xfrm>
            <a:off x="838200" y="6356350"/>
            <a:ext cx="9669087" cy="365125"/>
          </a:xfrm>
          <a:prstGeom prst="rect">
            <a:avLst/>
          </a:prstGeom>
          <a:noFill/>
          <a:ln>
            <a:miter lim="800000"/>
          </a:ln>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 2016 KL University – The contents of this presentation are an intellectual and copyrighted property of KL University. ALL RIGHTS RESERVED</a:t>
            </a:r>
          </a:p>
        </p:txBody>
      </p:sp>
      <p:sp>
        <p:nvSpPr>
          <p:cNvPr id="20485" name="Content Placeholder 2"/>
          <p:cNvSpPr>
            <a:spLocks noGrp="1"/>
          </p:cNvSpPr>
          <p:nvPr>
            <p:ph idx="1"/>
          </p:nvPr>
        </p:nvSpPr>
        <p:spPr>
          <a:xfrm>
            <a:off x="239713" y="1155700"/>
            <a:ext cx="11647487" cy="5245100"/>
          </a:xfrm>
        </p:spPr>
        <p:txBody>
          <a:bodyPr>
            <a:normAutofit/>
          </a:bodyPr>
          <a:lstStyle/>
          <a:p>
            <a:pPr algn="just" eaLnBrk="1" hangingPunct="1">
              <a:buFont typeface="Arial" panose="020B0604020202020204" pitchFamily="34" charset="0"/>
              <a:buNone/>
            </a:pPr>
            <a:r>
              <a:rPr lang="en-GB" sz="2400" b="1" i="1" u="sng" dirty="0">
                <a:latin typeface="Bookman Old Style" panose="02050604050505020204" pitchFamily="18" charset="0"/>
              </a:rPr>
              <a:t>Problems on Range of Address</a:t>
            </a:r>
          </a:p>
          <a:p>
            <a:pPr algn="just" eaLnBrk="1" hangingPunct="1">
              <a:buFont typeface="Arial" panose="020B0604020202020204" pitchFamily="34" charset="0"/>
              <a:buNone/>
            </a:pPr>
            <a:endParaRPr lang="en-GB" sz="2400" b="1" i="1" u="sng" dirty="0">
              <a:latin typeface="Bookman Old Style" panose="02050604050505020204" pitchFamily="18" charset="0"/>
            </a:endParaRPr>
          </a:p>
          <a:p>
            <a:pPr algn="just" eaLnBrk="1" hangingPunct="1">
              <a:buFont typeface="Arial" panose="020B0604020202020204" pitchFamily="34" charset="0"/>
              <a:buNone/>
            </a:pPr>
            <a:r>
              <a:rPr lang="en-GB" b="1" dirty="0">
                <a:latin typeface="Bookman Old Style" panose="02050604050505020204" pitchFamily="18" charset="0"/>
              </a:rPr>
              <a:t>1. Find the number of addresses in a range if the first address is  146.102.29.0 and the last address is 146.102.32.255.</a:t>
            </a:r>
          </a:p>
          <a:p>
            <a:pPr algn="just" eaLnBrk="1" hangingPunct="1">
              <a:buFont typeface="Arial" panose="020B0604020202020204" pitchFamily="34" charset="0"/>
              <a:buNone/>
            </a:pPr>
            <a:r>
              <a:rPr lang="en-GB" b="1" i="1" dirty="0">
                <a:latin typeface="Bookman Old Style" panose="02050604050505020204" pitchFamily="18" charset="0"/>
              </a:rPr>
              <a:t>Sol:</a:t>
            </a:r>
            <a:r>
              <a:rPr lang="en-GB" dirty="0">
                <a:latin typeface="Bookman Old Style" panose="02050604050505020204" pitchFamily="18" charset="0"/>
              </a:rPr>
              <a:t> 	We can subtract the first address from the last address in base 256.</a:t>
            </a:r>
          </a:p>
          <a:p>
            <a:pPr algn="just" eaLnBrk="1" hangingPunct="1">
              <a:buFont typeface="Arial" panose="020B0604020202020204" pitchFamily="34" charset="0"/>
              <a:buNone/>
            </a:pPr>
            <a:r>
              <a:rPr lang="en-GB" dirty="0">
                <a:latin typeface="Bookman Old Style" panose="02050604050505020204" pitchFamily="18" charset="0"/>
              </a:rPr>
              <a:t>		The result is 0.0.3.255 in this base. </a:t>
            </a:r>
          </a:p>
          <a:p>
            <a:pPr algn="just" eaLnBrk="1" hangingPunct="1">
              <a:buFont typeface="Arial" panose="020B0604020202020204" pitchFamily="34" charset="0"/>
              <a:buNone/>
            </a:pPr>
            <a:r>
              <a:rPr lang="en-GB" dirty="0">
                <a:latin typeface="Bookman Old Style" panose="02050604050505020204" pitchFamily="18" charset="0"/>
              </a:rPr>
              <a:t>		To find the number of addresses in the range (in decimal), we convert this number 	to base 10 and add 1 to the result.</a:t>
            </a:r>
          </a:p>
          <a:p>
            <a:pPr algn="just" eaLnBrk="1" hangingPunct="1">
              <a:buFont typeface="Arial" panose="020B0604020202020204" pitchFamily="34" charset="0"/>
              <a:buNone/>
            </a:pPr>
            <a:endParaRPr lang="en-GB" sz="2400" dirty="0">
              <a:latin typeface="Bookman Old Style" panose="02050604050505020204" pitchFamily="18" charset="0"/>
            </a:endParaRPr>
          </a:p>
          <a:p>
            <a:pPr algn="just" eaLnBrk="1" hangingPunct="1">
              <a:buFont typeface="Arial" panose="020B0604020202020204" pitchFamily="34" charset="0"/>
              <a:buNone/>
            </a:pPr>
            <a:endParaRPr lang="en-GB" sz="2400" dirty="0">
              <a:latin typeface="Bookman Old Style" panose="02050604050505020204" pitchFamily="18" charset="0"/>
            </a:endParaRPr>
          </a:p>
          <a:p>
            <a:pPr algn="just" eaLnBrk="1" hangingPunct="1">
              <a:buFont typeface="Arial" panose="020B0604020202020204" pitchFamily="34" charset="0"/>
              <a:buNone/>
            </a:pPr>
            <a:endParaRPr lang="en-GB" sz="2400" dirty="0">
              <a:latin typeface="Bookman Old Style" panose="02050604050505020204" pitchFamily="18" charset="0"/>
            </a:endParaRPr>
          </a:p>
          <a:p>
            <a:pPr algn="just" eaLnBrk="1" hangingPunct="1">
              <a:buFont typeface="Arial" panose="020B0604020202020204" pitchFamily="34" charset="0"/>
              <a:buNone/>
            </a:pPr>
            <a:endParaRPr lang="en-US" sz="2400" dirty="0">
              <a:latin typeface="Bookman Old Style" panose="02050604050505020204" pitchFamily="18" charset="0"/>
            </a:endParaRPr>
          </a:p>
        </p:txBody>
      </p:sp>
      <p:pic>
        <p:nvPicPr>
          <p:cNvPr id="20486" name="Picture 2"/>
          <p:cNvPicPr>
            <a:picLocks noChangeAspect="1" noChangeArrowheads="1"/>
          </p:cNvPicPr>
          <p:nvPr/>
        </p:nvPicPr>
        <p:blipFill>
          <a:blip r:embed="rId2" cstate="print"/>
          <a:srcRect/>
          <a:stretch>
            <a:fillRect/>
          </a:stretch>
        </p:blipFill>
        <p:spPr bwMode="auto">
          <a:xfrm>
            <a:off x="1335087" y="5130459"/>
            <a:ext cx="9456738" cy="693738"/>
          </a:xfrm>
          <a:prstGeom prst="rect">
            <a:avLst/>
          </a:prstGeom>
          <a:noFill/>
          <a:ln w="9525">
            <a:noFill/>
            <a:miter lim="800000"/>
            <a:headEnd/>
            <a:tailEnd/>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612775" y="407988"/>
            <a:ext cx="10515600" cy="685800"/>
          </a:xfrm>
        </p:spPr>
        <p:txBody>
          <a:bodyPr/>
          <a:lstStyle/>
          <a:p>
            <a:pPr algn="ctr" eaLnBrk="1" hangingPunct="1"/>
            <a:r>
              <a:rPr lang="en-IN" sz="3600">
                <a:latin typeface="Bookman Old Style" panose="02050604050505020204" pitchFamily="18" charset="0"/>
              </a:rPr>
              <a:t>IPv4 Address</a:t>
            </a:r>
          </a:p>
        </p:txBody>
      </p:sp>
      <p:sp>
        <p:nvSpPr>
          <p:cNvPr id="21508" name="Slide Number Placeholder 4"/>
          <p:cNvSpPr>
            <a:spLocks noGrp="1"/>
          </p:cNvSpPr>
          <p:nvPr>
            <p:ph type="sldNum" sz="quarter" idx="11"/>
          </p:nvPr>
        </p:nvSpPr>
        <p:spPr bwMode="auto">
          <a:xfrm>
            <a:off x="838200" y="6356350"/>
            <a:ext cx="9669087" cy="365125"/>
          </a:xfrm>
          <a:prstGeom prst="rect">
            <a:avLst/>
          </a:prstGeom>
          <a:noFill/>
          <a:ln>
            <a:miter lim="800000"/>
          </a:ln>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 2016 KL University – The contents of this presentation are an intellectual and copyrighted property of KL University. ALL RIGHTS RESERVED</a:t>
            </a:r>
          </a:p>
        </p:txBody>
      </p:sp>
      <p:sp>
        <p:nvSpPr>
          <p:cNvPr id="21509" name="Content Placeholder 2"/>
          <p:cNvSpPr>
            <a:spLocks noGrp="1"/>
          </p:cNvSpPr>
          <p:nvPr>
            <p:ph idx="1"/>
          </p:nvPr>
        </p:nvSpPr>
        <p:spPr>
          <a:xfrm>
            <a:off x="220663" y="1184275"/>
            <a:ext cx="11647487" cy="5245100"/>
          </a:xfrm>
        </p:spPr>
        <p:txBody>
          <a:bodyPr/>
          <a:lstStyle/>
          <a:p>
            <a:pPr algn="just" eaLnBrk="1" hangingPunct="1">
              <a:buFont typeface="Arial" panose="020B0604020202020204" pitchFamily="34" charset="0"/>
              <a:buNone/>
            </a:pPr>
            <a:r>
              <a:rPr lang="en-GB" sz="2400" b="1" i="1" u="sng" dirty="0">
                <a:latin typeface="Bookman Old Style" panose="02050604050505020204" pitchFamily="18" charset="0"/>
              </a:rPr>
              <a:t>Problems on Range of Address</a:t>
            </a:r>
          </a:p>
          <a:p>
            <a:pPr algn="just" eaLnBrk="1" hangingPunct="1">
              <a:buFont typeface="Arial" panose="020B0604020202020204" pitchFamily="34" charset="0"/>
              <a:buNone/>
            </a:pPr>
            <a:endParaRPr lang="en-GB" sz="2400" b="1" i="1" u="sng" dirty="0">
              <a:latin typeface="Bookman Old Style" panose="02050604050505020204" pitchFamily="18" charset="0"/>
            </a:endParaRPr>
          </a:p>
          <a:p>
            <a:pPr algn="just">
              <a:buFont typeface="Arial" panose="020B0604020202020204" pitchFamily="34" charset="0"/>
              <a:buNone/>
            </a:pPr>
            <a:r>
              <a:rPr lang="en-GB" sz="2600" b="1" dirty="0">
                <a:latin typeface="Bookman Old Style" panose="02050604050505020204" pitchFamily="18" charset="0"/>
              </a:rPr>
              <a:t>2.</a:t>
            </a:r>
            <a:r>
              <a:rPr lang="en-GB" sz="2400" b="1" dirty="0">
                <a:latin typeface="Bookman Old Style" panose="02050604050505020204" pitchFamily="18" charset="0"/>
              </a:rPr>
              <a:t>The first address in a range of addresses is 14.11.45.96. If the number of addresses in the range is 32, what is the last address?</a:t>
            </a:r>
          </a:p>
          <a:p>
            <a:pPr algn="just">
              <a:buFont typeface="Arial" panose="020B0604020202020204" pitchFamily="34" charset="0"/>
              <a:buNone/>
            </a:pPr>
            <a:endParaRPr lang="en-GB" dirty="0"/>
          </a:p>
          <a:p>
            <a:pPr algn="just">
              <a:buFont typeface="Arial" panose="020B0604020202020204" pitchFamily="34" charset="0"/>
              <a:buNone/>
            </a:pPr>
            <a:r>
              <a:rPr lang="en-GB" b="1" i="1" u="sng" dirty="0">
                <a:latin typeface="Bookman Old Style" panose="02050604050505020204" pitchFamily="18" charset="0"/>
              </a:rPr>
              <a:t>Sol: </a:t>
            </a:r>
            <a:r>
              <a:rPr lang="en-GB" sz="2400" dirty="0">
                <a:latin typeface="Bookman Old Style" panose="02050604050505020204" pitchFamily="18" charset="0"/>
              </a:rPr>
              <a:t>We convert the number of addresses minus 1 to base 256, which is 0.0.0.31. We then add it to the first address to get the last address. Addition is in base 256.</a:t>
            </a:r>
          </a:p>
          <a:p>
            <a:pPr>
              <a:buFont typeface="Arial" panose="020B0604020202020204" pitchFamily="34" charset="0"/>
              <a:buNone/>
            </a:pPr>
            <a:endParaRPr lang="en-GB" sz="2600" dirty="0">
              <a:latin typeface="Bookman Old Style" panose="02050604050505020204" pitchFamily="18" charset="0"/>
            </a:endParaRPr>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dirty="0"/>
          </a:p>
          <a:p>
            <a:pPr>
              <a:buFont typeface="Arial" panose="020B0604020202020204" pitchFamily="34" charset="0"/>
              <a:buNone/>
            </a:pPr>
            <a:endParaRPr lang="en-GB" sz="2400" b="1" i="1" u="sng" dirty="0">
              <a:latin typeface="Bookman Old Style" panose="02050604050505020204" pitchFamily="18" charset="0"/>
            </a:endParaRPr>
          </a:p>
          <a:p>
            <a:pPr algn="just" eaLnBrk="1" hangingPunct="1">
              <a:buFont typeface="Arial" panose="020B0604020202020204" pitchFamily="34" charset="0"/>
              <a:buNone/>
            </a:pPr>
            <a:endParaRPr lang="en-GB" sz="2400" b="1" i="1" u="sng" dirty="0">
              <a:latin typeface="Bookman Old Style" panose="02050604050505020204" pitchFamily="18" charset="0"/>
            </a:endParaRPr>
          </a:p>
          <a:p>
            <a:pPr algn="just" eaLnBrk="1" hangingPunct="1">
              <a:buFont typeface="Arial" panose="020B0604020202020204" pitchFamily="34" charset="0"/>
              <a:buNone/>
            </a:pPr>
            <a:endParaRPr lang="en-GB" sz="2400" dirty="0">
              <a:latin typeface="Bookman Old Style" panose="02050604050505020204" pitchFamily="18" charset="0"/>
            </a:endParaRPr>
          </a:p>
          <a:p>
            <a:pPr algn="just" eaLnBrk="1" hangingPunct="1">
              <a:buFont typeface="Arial" panose="020B0604020202020204" pitchFamily="34" charset="0"/>
              <a:buNone/>
            </a:pPr>
            <a:endParaRPr lang="en-GB" sz="2400" dirty="0">
              <a:latin typeface="Bookman Old Style" panose="02050604050505020204" pitchFamily="18" charset="0"/>
            </a:endParaRPr>
          </a:p>
          <a:p>
            <a:pPr algn="just" eaLnBrk="1" hangingPunct="1">
              <a:buFont typeface="Arial" panose="020B0604020202020204" pitchFamily="34" charset="0"/>
              <a:buNone/>
            </a:pPr>
            <a:endParaRPr lang="en-GB" sz="2400" dirty="0">
              <a:latin typeface="Bookman Old Style" panose="02050604050505020204" pitchFamily="18" charset="0"/>
            </a:endParaRPr>
          </a:p>
          <a:p>
            <a:pPr algn="just" eaLnBrk="1" hangingPunct="1">
              <a:buFont typeface="Arial" panose="020B0604020202020204" pitchFamily="34" charset="0"/>
              <a:buNone/>
            </a:pPr>
            <a:endParaRPr lang="en-US" sz="2400" dirty="0">
              <a:latin typeface="Bookman Old Style" panose="02050604050505020204" pitchFamily="18" charset="0"/>
            </a:endParaRPr>
          </a:p>
        </p:txBody>
      </p:sp>
      <p:pic>
        <p:nvPicPr>
          <p:cNvPr id="21510" name="Picture 6"/>
          <p:cNvPicPr>
            <a:picLocks noChangeAspect="1" noChangeArrowheads="1"/>
          </p:cNvPicPr>
          <p:nvPr/>
        </p:nvPicPr>
        <p:blipFill>
          <a:blip r:embed="rId2" cstate="print"/>
          <a:srcRect/>
          <a:stretch>
            <a:fillRect/>
          </a:stretch>
        </p:blipFill>
        <p:spPr bwMode="auto">
          <a:xfrm>
            <a:off x="1948791" y="5321300"/>
            <a:ext cx="8121223" cy="704849"/>
          </a:xfrm>
          <a:prstGeom prst="rect">
            <a:avLst/>
          </a:prstGeom>
          <a:noFill/>
          <a:ln w="9525">
            <a:noFill/>
            <a:miter lim="800000"/>
            <a:headEnd/>
            <a:tailEnd/>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51579" y="748248"/>
            <a:ext cx="9603275"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dirty="0"/>
              <a:t>Classful addressing				</a:t>
            </a:r>
            <a:r>
              <a:rPr lang="en-IN" dirty="0" err="1"/>
              <a:t>contd</a:t>
            </a:r>
            <a:r>
              <a:rPr lang="en-IN" dirty="0"/>
              <a:t>…</a:t>
            </a:r>
          </a:p>
        </p:txBody>
      </p:sp>
      <p:sp>
        <p:nvSpPr>
          <p:cNvPr id="7" name="Content Placeholder 2"/>
          <p:cNvSpPr txBox="1"/>
          <p:nvPr/>
        </p:nvSpPr>
        <p:spPr>
          <a:xfrm>
            <a:off x="1331659" y="1434905"/>
            <a:ext cx="9746073" cy="4621121"/>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eaLnBrk="1" hangingPunct="1">
              <a:buFont typeface="Arial" panose="020B0604020202020204" pitchFamily="34" charset="0"/>
              <a:buNone/>
              <a:defRPr/>
            </a:pPr>
            <a:r>
              <a:rPr lang="en-GB" sz="2000" b="1" dirty="0">
                <a:latin typeface="Bookman Old Style" panose="02050604050505020204" pitchFamily="18" charset="0"/>
              </a:rPr>
              <a:t>Network Mask</a:t>
            </a:r>
          </a:p>
          <a:p>
            <a:pPr algn="just">
              <a:defRPr/>
            </a:pPr>
            <a:r>
              <a:rPr lang="en-GB" dirty="0"/>
              <a:t>The routers in the Internet normally use an algorithm to extract the network address from the destination address of a packet. To do this, we need a network mask. </a:t>
            </a:r>
          </a:p>
          <a:p>
            <a:pPr algn="just">
              <a:defRPr/>
            </a:pPr>
            <a:r>
              <a:rPr lang="en-GB" dirty="0"/>
              <a:t>A </a:t>
            </a:r>
            <a:r>
              <a:rPr lang="en-GB" b="1" dirty="0"/>
              <a:t>network mask or a default mask in classful addressing</a:t>
            </a:r>
            <a:r>
              <a:rPr lang="en-GB" dirty="0"/>
              <a:t> is a 32-bit number with n leftmost bits all set to 1s and (32 − n) rightmost bits all set to 0s.</a:t>
            </a:r>
          </a:p>
          <a:p>
            <a:pPr algn="just">
              <a:defRPr/>
            </a:pPr>
            <a:r>
              <a:rPr lang="en-GB" sz="2000" b="1" dirty="0">
                <a:solidFill>
                  <a:srgbClr val="0070C0"/>
                </a:solidFill>
              </a:rPr>
              <a:t>Network Address = AN</a:t>
            </a:r>
            <a:r>
              <a:rPr lang="en-GB" b="1" dirty="0">
                <a:solidFill>
                  <a:srgbClr val="0070C0"/>
                </a:solidFill>
              </a:rPr>
              <a:t>D(IP, Network Mask)</a:t>
            </a:r>
            <a:r>
              <a:rPr lang="en-IN" sz="2000" b="1" dirty="0">
                <a:solidFill>
                  <a:srgbClr val="0070C0"/>
                </a:solidFill>
              </a:rPr>
              <a:t> </a:t>
            </a:r>
          </a:p>
        </p:txBody>
      </p:sp>
      <p:sp>
        <p:nvSpPr>
          <p:cNvPr id="10" name="object 5"/>
          <p:cNvSpPr/>
          <p:nvPr/>
        </p:nvSpPr>
        <p:spPr>
          <a:xfrm>
            <a:off x="2234316" y="4064302"/>
            <a:ext cx="8453261" cy="1992431"/>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ctr" eaLnBrk="1" fontAlgn="auto" hangingPunct="1">
              <a:spcAft>
                <a:spcPts val="0"/>
              </a:spcAft>
              <a:defRPr/>
            </a:pPr>
            <a:r>
              <a:rPr lang="en-IN" dirty="0">
                <a:latin typeface="Bookman Old Style" panose="02050604050505020204" pitchFamily="18" charset="0"/>
              </a:rPr>
              <a:t>IPv4 Address : Bitwise Operations…</a:t>
            </a:r>
            <a:endParaRPr lang="en-IN" dirty="0"/>
          </a:p>
        </p:txBody>
      </p:sp>
      <p:sp>
        <p:nvSpPr>
          <p:cNvPr id="23556" name="Slide Number Placeholder 4"/>
          <p:cNvSpPr>
            <a:spLocks noGrp="1"/>
          </p:cNvSpPr>
          <p:nvPr>
            <p:ph type="sldNum" sz="quarter" idx="11"/>
          </p:nvPr>
        </p:nvSpPr>
        <p:spPr bwMode="auto">
          <a:xfrm>
            <a:off x="838200" y="6356350"/>
            <a:ext cx="9669087" cy="365125"/>
          </a:xfrm>
          <a:prstGeom prst="rect">
            <a:avLst/>
          </a:prstGeom>
          <a:noFill/>
          <a:ln>
            <a:miter lim="800000"/>
          </a:ln>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 2016 KL University – The contents of this presentation are an intellectual and copyrighted property of KL University. ALL RIGHTS RESERVED</a:t>
            </a:r>
            <a:endParaRPr lang="en-AU" dirty="0"/>
          </a:p>
        </p:txBody>
      </p:sp>
      <p:sp>
        <p:nvSpPr>
          <p:cNvPr id="19" name="TextBox 18"/>
          <p:cNvSpPr txBox="1"/>
          <p:nvPr/>
        </p:nvSpPr>
        <p:spPr>
          <a:xfrm>
            <a:off x="283059" y="1494177"/>
            <a:ext cx="11395075" cy="4216539"/>
          </a:xfrm>
          <a:prstGeom prst="rect">
            <a:avLst/>
          </a:prstGeom>
          <a:noFill/>
        </p:spPr>
        <p:txBody>
          <a:bodyPr>
            <a:spAutoFit/>
          </a:bodyPr>
          <a:lstStyle/>
          <a:p>
            <a:pPr marL="514350" indent="-514350" algn="just">
              <a:defRPr/>
            </a:pPr>
            <a:r>
              <a:rPr lang="en-GB" sz="2400" b="1" i="1" u="sng" dirty="0"/>
              <a:t>2. Bitwise AND Operation</a:t>
            </a:r>
          </a:p>
          <a:p>
            <a:pPr marL="514350" indent="-514350" algn="just">
              <a:defRPr/>
            </a:pPr>
            <a:endParaRPr lang="en-GB" sz="2400" b="1" i="1" u="sng" dirty="0">
              <a:latin typeface="Bookman Old Style" panose="02050604050505020204" pitchFamily="18" charset="0"/>
            </a:endParaRPr>
          </a:p>
          <a:p>
            <a:pPr algn="just">
              <a:defRPr/>
            </a:pPr>
            <a:r>
              <a:rPr lang="en-GB" sz="2000" dirty="0">
                <a:latin typeface="Bookman Old Style" panose="02050604050505020204" pitchFamily="18" charset="0"/>
              </a:rPr>
              <a:t>The AND operation compares the two corresponding bits in two inputs and selects the smaller bit from the two.</a:t>
            </a:r>
          </a:p>
          <a:p>
            <a:pPr algn="just">
              <a:defRPr/>
            </a:pPr>
            <a:endParaRPr lang="en-GB" sz="2000" dirty="0">
              <a:latin typeface="Bookman Old Style" panose="02050604050505020204" pitchFamily="18" charset="0"/>
            </a:endParaRPr>
          </a:p>
          <a:p>
            <a:pPr algn="just">
              <a:defRPr/>
            </a:pPr>
            <a:r>
              <a:rPr lang="en-GB" sz="2000" dirty="0">
                <a:latin typeface="Bookman Old Style" panose="02050604050505020204" pitchFamily="18" charset="0"/>
              </a:rPr>
              <a:t>We can use two short cuts.</a:t>
            </a:r>
          </a:p>
          <a:p>
            <a:pPr algn="just">
              <a:defRPr/>
            </a:pPr>
            <a:endParaRPr lang="en-GB" sz="2000" dirty="0">
              <a:latin typeface="Bookman Old Style" panose="02050604050505020204" pitchFamily="18" charset="0"/>
            </a:endParaRPr>
          </a:p>
          <a:p>
            <a:pPr marL="514350" indent="-514350" algn="just">
              <a:buFontTx/>
              <a:buAutoNum type="arabicPeriod"/>
              <a:defRPr/>
            </a:pPr>
            <a:r>
              <a:rPr lang="en-GB" sz="2000" dirty="0">
                <a:latin typeface="Bookman Old Style" panose="02050604050505020204" pitchFamily="18" charset="0"/>
              </a:rPr>
              <a:t>When at least one of the numbers is 0 or 255, the AND operation selects the </a:t>
            </a:r>
            <a:r>
              <a:rPr lang="en-GB" sz="2000" dirty="0">
                <a:solidFill>
                  <a:srgbClr val="00B050"/>
                </a:solidFill>
                <a:latin typeface="Bookman Old Style" panose="02050604050505020204" pitchFamily="18" charset="0"/>
              </a:rPr>
              <a:t>smaller </a:t>
            </a:r>
            <a:r>
              <a:rPr lang="en-GB" sz="2000" dirty="0">
                <a:latin typeface="Bookman Old Style" panose="02050604050505020204" pitchFamily="18" charset="0"/>
              </a:rPr>
              <a:t>byte (or one of them if equal).</a:t>
            </a:r>
          </a:p>
          <a:p>
            <a:pPr marL="514350" indent="-514350" algn="just">
              <a:buFontTx/>
              <a:buAutoNum type="arabicPeriod"/>
              <a:defRPr/>
            </a:pPr>
            <a:endParaRPr lang="en-GB" sz="2000" dirty="0">
              <a:latin typeface="Bookman Old Style" panose="02050604050505020204" pitchFamily="18" charset="0"/>
            </a:endParaRPr>
          </a:p>
          <a:p>
            <a:pPr marL="514350" indent="-514350" algn="just">
              <a:buFontTx/>
              <a:buAutoNum type="arabicPeriod"/>
              <a:defRPr/>
            </a:pPr>
            <a:r>
              <a:rPr lang="en-GB" sz="2000" dirty="0">
                <a:latin typeface="Bookman Old Style" panose="02050604050505020204" pitchFamily="18" charset="0"/>
              </a:rPr>
              <a:t>When none of the two bytes is either 0 or 255, we can write each byte as the sum of eight terms, where each term is a power of 2. We then select the </a:t>
            </a:r>
            <a:r>
              <a:rPr lang="en-GB" sz="2000" dirty="0">
                <a:solidFill>
                  <a:srgbClr val="00B050"/>
                </a:solidFill>
                <a:latin typeface="Bookman Old Style" panose="02050604050505020204" pitchFamily="18" charset="0"/>
              </a:rPr>
              <a:t>smaller term </a:t>
            </a:r>
            <a:r>
              <a:rPr lang="en-GB" sz="2000" dirty="0">
                <a:latin typeface="Bookman Old Style" panose="02050604050505020204" pitchFamily="18" charset="0"/>
              </a:rPr>
              <a:t>in each pair (or one of them if equal) and add them to get the result.</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0154" y="136525"/>
            <a:ext cx="9603275" cy="1049235"/>
          </a:xfrm>
        </p:spPr>
        <p:txBody>
          <a:bodyPr rtlCol="0">
            <a:normAutofit/>
          </a:bodyPr>
          <a:lstStyle/>
          <a:p>
            <a:pPr algn="ctr" eaLnBrk="1" fontAlgn="auto" hangingPunct="1">
              <a:spcAft>
                <a:spcPts val="0"/>
              </a:spcAft>
              <a:defRPr/>
            </a:pPr>
            <a:r>
              <a:rPr lang="en-IN" dirty="0">
                <a:latin typeface="Bookman Old Style" panose="02050604050505020204" pitchFamily="18" charset="0"/>
              </a:rPr>
              <a:t>IPv4 Address : Bitwise Operations…</a:t>
            </a:r>
            <a:endParaRPr lang="en-IN" dirty="0"/>
          </a:p>
        </p:txBody>
      </p:sp>
      <p:sp>
        <p:nvSpPr>
          <p:cNvPr id="24580" name="Slide Number Placeholder 4"/>
          <p:cNvSpPr>
            <a:spLocks noGrp="1"/>
          </p:cNvSpPr>
          <p:nvPr>
            <p:ph type="sldNum" sz="quarter" idx="11"/>
          </p:nvPr>
        </p:nvSpPr>
        <p:spPr bwMode="auto">
          <a:xfrm>
            <a:off x="838200" y="6356350"/>
            <a:ext cx="9669087" cy="365125"/>
          </a:xfrm>
          <a:prstGeom prst="rect">
            <a:avLst/>
          </a:prstGeom>
          <a:noFill/>
          <a:ln>
            <a:miter lim="800000"/>
          </a:ln>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 2016 KL University – The contents of this presentation are an intellectual and copyrighted property of KL University. ALL RIGHTS RESERVED</a:t>
            </a:r>
          </a:p>
        </p:txBody>
      </p:sp>
      <p:pic>
        <p:nvPicPr>
          <p:cNvPr id="24581" name="Picture 7"/>
          <p:cNvPicPr>
            <a:picLocks noChangeAspect="1" noChangeArrowheads="1"/>
          </p:cNvPicPr>
          <p:nvPr/>
        </p:nvPicPr>
        <p:blipFill>
          <a:blip r:embed="rId2" cstate="print"/>
          <a:srcRect/>
          <a:stretch>
            <a:fillRect/>
          </a:stretch>
        </p:blipFill>
        <p:spPr bwMode="auto">
          <a:xfrm>
            <a:off x="1066800" y="752475"/>
            <a:ext cx="10058400" cy="5353050"/>
          </a:xfrm>
          <a:prstGeom prst="rect">
            <a:avLst/>
          </a:prstGeom>
          <a:noFill/>
          <a:ln w="9525">
            <a:noFill/>
            <a:miter lim="800000"/>
            <a:headEnd/>
            <a:tailEnd/>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1362075" y="1952625"/>
            <a:ext cx="10086975" cy="3971925"/>
          </a:xfrm>
        </p:spPr>
        <p:txBody>
          <a:bodyPr>
            <a:normAutofit fontScale="92500" lnSpcReduction="10000"/>
          </a:bodyPr>
          <a:lstStyle/>
          <a:p>
            <a:r>
              <a:rPr lang="en-US" sz="2000" dirty="0">
                <a:effectLst/>
                <a:latin typeface="Calibri" panose="020F0502020204030204" pitchFamily="34" charset="0"/>
                <a:ea typeface="Calibri" panose="020F0502020204030204" pitchFamily="34" charset="0"/>
                <a:cs typeface="Times New Roman" panose="02020603050405020304" pitchFamily="18" charset="0"/>
              </a:rPr>
              <a:t>An address in a block is given as 200.11.8.45. Find the number of addresses in the block, the first address, and the last address.</a:t>
            </a:r>
          </a:p>
          <a:p>
            <a:r>
              <a:rPr lang="en-US" b="1" dirty="0">
                <a:latin typeface="Calibri" panose="020F0502020204030204" pitchFamily="34" charset="0"/>
                <a:ea typeface="Calibri" panose="020F0502020204030204" pitchFamily="34" charset="0"/>
                <a:cs typeface="Times New Roman" panose="02020603050405020304" pitchFamily="18" charset="0"/>
              </a:rPr>
              <a:t>Solution:</a:t>
            </a:r>
          </a:p>
          <a:p>
            <a:pPr marL="457200" lvl="1" indent="0">
              <a:buNone/>
            </a:pP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Given IP			: 200.11.8.45</a:t>
            </a:r>
          </a:p>
          <a:p>
            <a:pPr marL="457200" lvl="1"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	Class			: C</a:t>
            </a:r>
          </a:p>
          <a:p>
            <a:pPr marL="457200" lvl="1" indent="0">
              <a:buNone/>
            </a:pPr>
            <a:r>
              <a:rPr lang="en-US" dirty="0">
                <a:latin typeface="Calibri" panose="020F0502020204030204" pitchFamily="34" charset="0"/>
                <a:ea typeface="Calibri" panose="020F0502020204030204" pitchFamily="34" charset="0"/>
                <a:cs typeface="Times New Roman" panose="02020603050405020304" pitchFamily="18" charset="0"/>
              </a:rPr>
              <a:t>	Network Mask		: 255.255.255.0</a:t>
            </a:r>
          </a:p>
          <a:p>
            <a:pPr marL="457200" lvl="1"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	IP	</a:t>
            </a:r>
            <a:r>
              <a:rPr lang="en-US" dirty="0">
                <a:latin typeface="Calibri" panose="020F0502020204030204" pitchFamily="34" charset="0"/>
                <a:ea typeface="Calibri" panose="020F0502020204030204" pitchFamily="34" charset="0"/>
                <a:cs typeface="Times New Roman" panose="02020603050405020304" pitchFamily="18" charset="0"/>
              </a:rPr>
              <a:t>       		: 200 . 11 . 8 . 45</a:t>
            </a:r>
          </a:p>
          <a:p>
            <a:pPr marL="457200" lvl="1" indent="0">
              <a:buNone/>
            </a:pPr>
            <a:r>
              <a:rPr lang="en-US" dirty="0">
                <a:latin typeface="Calibri" panose="020F0502020204030204" pitchFamily="34" charset="0"/>
                <a:ea typeface="Calibri" panose="020F0502020204030204" pitchFamily="34" charset="0"/>
                <a:cs typeface="Times New Roman" panose="02020603050405020304" pitchFamily="18" charset="0"/>
              </a:rPr>
              <a:t>N/w </a:t>
            </a:r>
            <a:r>
              <a:rPr lang="en-US" dirty="0" err="1">
                <a:latin typeface="Calibri" panose="020F0502020204030204" pitchFamily="34" charset="0"/>
                <a:ea typeface="Calibri" panose="020F0502020204030204" pitchFamily="34" charset="0"/>
                <a:cs typeface="Times New Roman" panose="02020603050405020304" pitchFamily="18" charset="0"/>
              </a:rPr>
              <a:t>addr</a:t>
            </a:r>
            <a:r>
              <a:rPr lang="en-US" dirty="0">
                <a:latin typeface="Calibri" panose="020F0502020204030204" pitchFamily="34" charset="0"/>
                <a:ea typeface="Calibri" panose="020F0502020204030204" pitchFamily="34" charset="0"/>
                <a:cs typeface="Times New Roman" panose="02020603050405020304" pitchFamily="18" charset="0"/>
              </a:rPr>
              <a:t> (or) First address	: 200 . 11 . 8 . 0               </a:t>
            </a:r>
            <a:r>
              <a:rPr lang="en-US"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 AND(IP, Network Mask) ]</a:t>
            </a:r>
          </a:p>
          <a:p>
            <a:pPr marL="457200" lvl="1"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Broadcast </a:t>
            </a:r>
            <a:r>
              <a:rPr lang="en-US" dirty="0" err="1">
                <a:effectLst/>
                <a:latin typeface="Calibri" panose="020F0502020204030204" pitchFamily="34" charset="0"/>
                <a:ea typeface="Calibri" panose="020F0502020204030204" pitchFamily="34" charset="0"/>
                <a:cs typeface="Times New Roman" panose="02020603050405020304" pitchFamily="18" charset="0"/>
              </a:rPr>
              <a:t>addr</a:t>
            </a:r>
            <a:r>
              <a:rPr lang="en-US" dirty="0">
                <a:effectLst/>
                <a:latin typeface="Calibri" panose="020F0502020204030204" pitchFamily="34" charset="0"/>
                <a:ea typeface="Calibri" panose="020F0502020204030204" pitchFamily="34" charset="0"/>
                <a:cs typeface="Times New Roman" panose="02020603050405020304" pitchFamily="18" charset="0"/>
              </a:rPr>
              <a:t> (or) Last address	: 200 . 11 . 8 . 255</a:t>
            </a:r>
          </a:p>
          <a:p>
            <a:pPr marL="457200" lvl="1" indent="0">
              <a:buNone/>
            </a:pPr>
            <a:r>
              <a:rPr lang="en-US" dirty="0">
                <a:latin typeface="Calibri" panose="020F0502020204030204" pitchFamily="34" charset="0"/>
                <a:ea typeface="Calibri" panose="020F0502020204030204" pitchFamily="34" charset="0"/>
                <a:cs typeface="Times New Roman" panose="02020603050405020304" pitchFamily="18" charset="0"/>
              </a:rPr>
              <a:t>Total no. of addresses in a block	: 2^n = 2^8 = 256</a:t>
            </a:r>
          </a:p>
          <a:p>
            <a:pPr marL="457200" lvl="1"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Total no. of Host addresses	: (2^n)-2 = 256 – 2 = 254</a:t>
            </a:r>
          </a:p>
          <a:p>
            <a:endParaRPr lang="en-US" dirty="0"/>
          </a:p>
        </p:txBody>
      </p:sp>
      <p:cxnSp>
        <p:nvCxnSpPr>
          <p:cNvPr id="5" name="Straight Connector 4"/>
          <p:cNvCxnSpPr/>
          <p:nvPr/>
        </p:nvCxnSpPr>
        <p:spPr>
          <a:xfrm>
            <a:off x="5000625" y="4495800"/>
            <a:ext cx="182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010150" y="4848225"/>
            <a:ext cx="1828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451579" y="804519"/>
            <a:ext cx="9603275" cy="1049235"/>
          </a:xfrm>
        </p:spPr>
        <p:txBody>
          <a:bodyPr/>
          <a:lstStyle/>
          <a:p>
            <a:r>
              <a:rPr lang="en-IN" dirty="0"/>
              <a:t>4. Classless addressing</a:t>
            </a:r>
          </a:p>
        </p:txBody>
      </p:sp>
      <p:sp>
        <p:nvSpPr>
          <p:cNvPr id="9" name="Content Placeholder 2"/>
          <p:cNvSpPr txBox="1"/>
          <p:nvPr/>
        </p:nvSpPr>
        <p:spPr>
          <a:xfrm>
            <a:off x="1331659" y="1895812"/>
            <a:ext cx="9746073" cy="4160214"/>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342900" lvl="1" indent="-342900" algn="just">
              <a:spcBef>
                <a:spcPts val="1000"/>
              </a:spcBef>
              <a:buFont typeface="Wingdings" panose="05000000000000000000" pitchFamily="2" charset="2"/>
              <a:buChar char="Ø"/>
            </a:pPr>
            <a:r>
              <a:rPr lang="en-IN" sz="2000" dirty="0"/>
              <a:t>To overcome address depletion and give more organizations access to the Internet,</a:t>
            </a:r>
            <a:br>
              <a:rPr lang="en-IN" sz="2000" dirty="0"/>
            </a:br>
            <a:r>
              <a:rPr lang="en-IN" sz="2000" dirty="0"/>
              <a:t>classless addressing was designed and implemented.</a:t>
            </a:r>
          </a:p>
          <a:p>
            <a:pPr marL="342900" lvl="1" indent="-342900" algn="just">
              <a:spcBef>
                <a:spcPts val="1000"/>
              </a:spcBef>
              <a:buFont typeface="Wingdings" panose="05000000000000000000" pitchFamily="2" charset="2"/>
              <a:buChar char="Ø"/>
            </a:pPr>
            <a:r>
              <a:rPr lang="en-IN" sz="2000" dirty="0"/>
              <a:t>Here are no classes, but the addresses are still granted in blocks. </a:t>
            </a:r>
          </a:p>
          <a:p>
            <a:pPr marL="0" lvl="1" indent="0">
              <a:spcBef>
                <a:spcPts val="1000"/>
              </a:spcBef>
              <a:buNone/>
            </a:pPr>
            <a:r>
              <a:rPr lang="en-IN" sz="2000" b="1" i="1" dirty="0"/>
              <a:t>Address Blocks </a:t>
            </a:r>
          </a:p>
          <a:p>
            <a:pPr marL="342900" lvl="1" indent="-342900" algn="just">
              <a:spcBef>
                <a:spcPts val="1000"/>
              </a:spcBef>
              <a:buFont typeface="Wingdings" panose="05000000000000000000" pitchFamily="2" charset="2"/>
              <a:buChar char="Ø"/>
            </a:pPr>
            <a:r>
              <a:rPr lang="en-IN" sz="2000" dirty="0"/>
              <a:t>In classless addressing, when an entity, small or large, needs to be connected to the Internet, it is granted a block (range) of addresses. </a:t>
            </a:r>
          </a:p>
          <a:p>
            <a:pPr marL="342900" lvl="1" indent="-342900" algn="just">
              <a:spcBef>
                <a:spcPts val="1000"/>
              </a:spcBef>
              <a:buFont typeface="Wingdings" panose="05000000000000000000" pitchFamily="2" charset="2"/>
              <a:buChar char="Ø"/>
            </a:pPr>
            <a:r>
              <a:rPr lang="en-IN" sz="2000" dirty="0"/>
              <a:t>The size of the block (the number of addresses) varies based on the nature and size of the entity.  </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451579" y="804519"/>
            <a:ext cx="9603275" cy="1049235"/>
          </a:xfrm>
        </p:spPr>
        <p:txBody>
          <a:bodyPr/>
          <a:lstStyle/>
          <a:p>
            <a:r>
              <a:rPr lang="en-IN" dirty="0"/>
              <a:t>Classless addressing				</a:t>
            </a:r>
            <a:r>
              <a:rPr lang="en-IN" dirty="0" err="1"/>
              <a:t>contd</a:t>
            </a:r>
            <a:r>
              <a:rPr lang="en-IN" dirty="0"/>
              <a:t>…</a:t>
            </a:r>
          </a:p>
        </p:txBody>
      </p:sp>
      <p:sp>
        <p:nvSpPr>
          <p:cNvPr id="9" name="Content Placeholder 2"/>
          <p:cNvSpPr txBox="1"/>
          <p:nvPr/>
        </p:nvSpPr>
        <p:spPr>
          <a:xfrm>
            <a:off x="1331659" y="1895812"/>
            <a:ext cx="9746073" cy="4160214"/>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342900" lvl="1" indent="-342900" algn="just">
              <a:spcBef>
                <a:spcPts val="1000"/>
              </a:spcBef>
              <a:buFont typeface="Wingdings" panose="05000000000000000000" pitchFamily="2" charset="2"/>
              <a:buChar char="Ø"/>
            </a:pPr>
            <a:r>
              <a:rPr lang="en-IN" sz="2000" dirty="0"/>
              <a:t>Restriction: To simplify the handling of addresses, the Internet authorities impose three restrictions on classless address blocks: </a:t>
            </a:r>
          </a:p>
          <a:p>
            <a:pPr marL="1168400" lvl="1" indent="0" algn="just">
              <a:spcBef>
                <a:spcPts val="1000"/>
              </a:spcBef>
              <a:buAutoNum type="arabicPeriod"/>
            </a:pPr>
            <a:r>
              <a:rPr lang="en-IN" sz="2000" dirty="0"/>
              <a:t>The addresses in a block must be contiguous, one after another. </a:t>
            </a:r>
          </a:p>
          <a:p>
            <a:pPr marL="1168400" lvl="1" indent="0" algn="just">
              <a:spcBef>
                <a:spcPts val="1000"/>
              </a:spcBef>
              <a:buAutoNum type="arabicPeriod"/>
            </a:pPr>
            <a:r>
              <a:rPr lang="en-IN" sz="2000" dirty="0"/>
              <a:t>The number of addresses in a block must be a power of 2 (I, 2, 4, 8, ... ). </a:t>
            </a:r>
          </a:p>
          <a:p>
            <a:pPr marL="1168400" lvl="1" indent="0" algn="just">
              <a:spcBef>
                <a:spcPts val="1000"/>
              </a:spcBef>
              <a:buAutoNum type="arabicPeriod"/>
            </a:pPr>
            <a:r>
              <a:rPr lang="en-IN" sz="2000" dirty="0"/>
              <a:t>The first address must be evenly divisible by the number of addresses.  </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99577" y="5105598"/>
            <a:ext cx="7523998" cy="290807"/>
          </a:xfrm>
          <a:prstGeom prst="rect">
            <a:avLst/>
          </a:prstGeom>
        </p:spPr>
        <p:txBody>
          <a:bodyPr vert="horz" wrap="square" lIns="0" tIns="11516" rIns="0" bIns="0" rtlCol="0" anchor="ctr">
            <a:spAutoFit/>
          </a:bodyPr>
          <a:lstStyle/>
          <a:p>
            <a:pPr marL="11430">
              <a:lnSpc>
                <a:spcPct val="100000"/>
              </a:lnSpc>
              <a:spcBef>
                <a:spcPts val="90"/>
              </a:spcBef>
              <a:tabLst>
                <a:tab pos="1477645" algn="l"/>
              </a:tabLst>
            </a:pPr>
            <a:r>
              <a:rPr sz="1815" b="1" i="1" spc="-5" dirty="0">
                <a:solidFill>
                  <a:schemeClr val="tx1"/>
                </a:solidFill>
                <a:latin typeface="Times New Roman" panose="02020603050405020304"/>
                <a:cs typeface="Times New Roman" panose="02020603050405020304"/>
              </a:rPr>
              <a:t>A block of 16 addresses granted to a small</a:t>
            </a:r>
            <a:r>
              <a:rPr sz="1815" b="1" i="1" spc="-59" dirty="0">
                <a:solidFill>
                  <a:schemeClr val="tx1"/>
                </a:solidFill>
                <a:latin typeface="Times New Roman" panose="02020603050405020304"/>
                <a:cs typeface="Times New Roman" panose="02020603050405020304"/>
              </a:rPr>
              <a:t> </a:t>
            </a:r>
            <a:r>
              <a:rPr sz="1815" b="1" i="1" spc="-5" dirty="0">
                <a:solidFill>
                  <a:schemeClr val="tx1"/>
                </a:solidFill>
                <a:latin typeface="Times New Roman" panose="02020603050405020304"/>
                <a:cs typeface="Times New Roman" panose="02020603050405020304"/>
              </a:rPr>
              <a:t>organization</a:t>
            </a:r>
            <a:endParaRPr sz="1815" b="1" dirty="0">
              <a:solidFill>
                <a:schemeClr val="tx1"/>
              </a:solidFill>
              <a:latin typeface="Times New Roman" panose="02020603050405020304"/>
              <a:cs typeface="Times New Roman" panose="02020603050405020304"/>
            </a:endParaRPr>
          </a:p>
        </p:txBody>
      </p:sp>
      <p:sp>
        <p:nvSpPr>
          <p:cNvPr id="4" name="object 4"/>
          <p:cNvSpPr/>
          <p:nvPr/>
        </p:nvSpPr>
        <p:spPr>
          <a:xfrm>
            <a:off x="2359294" y="2182121"/>
            <a:ext cx="7468137" cy="2123389"/>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5" name="object 5"/>
          <p:cNvSpPr/>
          <p:nvPr/>
        </p:nvSpPr>
        <p:spPr>
          <a:xfrm>
            <a:off x="2088428" y="5947975"/>
            <a:ext cx="7946297" cy="69098"/>
          </a:xfrm>
          <a:custGeom>
            <a:avLst/>
            <a:gdLst/>
            <a:ahLst/>
            <a:cxnLst/>
            <a:rect l="l" t="t" r="r" b="b"/>
            <a:pathLst>
              <a:path w="8763000" h="76200">
                <a:moveTo>
                  <a:pt x="8763000" y="76200"/>
                </a:moveTo>
                <a:lnTo>
                  <a:pt x="8763000" y="0"/>
                </a:lnTo>
                <a:lnTo>
                  <a:pt x="0" y="0"/>
                </a:lnTo>
                <a:lnTo>
                  <a:pt x="0" y="76200"/>
                </a:lnTo>
                <a:lnTo>
                  <a:pt x="8763000" y="76200"/>
                </a:lnTo>
                <a:close/>
              </a:path>
            </a:pathLst>
          </a:custGeom>
          <a:solidFill>
            <a:srgbClr val="FF0000"/>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6" name="Title 1"/>
          <p:cNvSpPr txBox="1"/>
          <p:nvPr/>
        </p:nvSpPr>
        <p:spPr>
          <a:xfrm>
            <a:off x="1451579" y="804519"/>
            <a:ext cx="9603275"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a:t>Classless addressing				contd…</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451579" y="804519"/>
            <a:ext cx="9603275" cy="1049235"/>
          </a:xfrm>
        </p:spPr>
        <p:txBody>
          <a:bodyPr/>
          <a:lstStyle/>
          <a:p>
            <a:r>
              <a:rPr lang="en-IN" dirty="0"/>
              <a:t>Classless addressing				</a:t>
            </a:r>
            <a:r>
              <a:rPr lang="en-IN" dirty="0" err="1"/>
              <a:t>contd</a:t>
            </a:r>
            <a:r>
              <a:rPr lang="en-IN" dirty="0"/>
              <a:t>…</a:t>
            </a:r>
          </a:p>
        </p:txBody>
      </p:sp>
      <p:sp>
        <p:nvSpPr>
          <p:cNvPr id="9" name="Content Placeholder 2"/>
          <p:cNvSpPr txBox="1"/>
          <p:nvPr/>
        </p:nvSpPr>
        <p:spPr>
          <a:xfrm>
            <a:off x="1331659" y="1895812"/>
            <a:ext cx="9746073" cy="4160214"/>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lvl="1" indent="0" algn="just">
              <a:spcBef>
                <a:spcPts val="1000"/>
              </a:spcBef>
              <a:buNone/>
            </a:pPr>
            <a:r>
              <a:rPr lang="en-IN" sz="2000" b="1" dirty="0"/>
              <a:t>Mask</a:t>
            </a:r>
          </a:p>
          <a:p>
            <a:pPr marL="342900" lvl="1" indent="-342900" algn="just">
              <a:spcBef>
                <a:spcPts val="1000"/>
              </a:spcBef>
              <a:buFont typeface="Wingdings" panose="05000000000000000000" pitchFamily="2" charset="2"/>
              <a:buChar char="Ø"/>
            </a:pPr>
            <a:r>
              <a:rPr lang="en-IN" sz="2000" dirty="0"/>
              <a:t>In classless addressing the mask for a block can take any value from 0 to 32. It is very convenient to give just the value of </a:t>
            </a:r>
            <a:r>
              <a:rPr lang="en-IN" sz="2000" i="1" dirty="0"/>
              <a:t>n </a:t>
            </a:r>
            <a:r>
              <a:rPr lang="en-IN" sz="2000" dirty="0"/>
              <a:t>preceded by a slash (CIDR notation) </a:t>
            </a:r>
          </a:p>
          <a:p>
            <a:pPr marL="1617980" lvl="1" indent="-266700" algn="just">
              <a:spcBef>
                <a:spcPts val="1000"/>
              </a:spcBef>
              <a:buFont typeface="+mj-lt"/>
              <a:buAutoNum type="romanLcPeriod"/>
            </a:pPr>
            <a:r>
              <a:rPr lang="en-IN" sz="2000" dirty="0"/>
              <a:t>/n [denotes the </a:t>
            </a:r>
            <a:r>
              <a:rPr lang="en-IN" sz="2000" b="1" dirty="0"/>
              <a:t>prefix length</a:t>
            </a:r>
            <a:r>
              <a:rPr lang="en-IN" sz="2000" dirty="0"/>
              <a:t>]</a:t>
            </a:r>
          </a:p>
          <a:p>
            <a:pPr marL="1617980" lvl="1" indent="-266700" algn="just">
              <a:spcBef>
                <a:spcPts val="1000"/>
              </a:spcBef>
              <a:buFont typeface="+mj-lt"/>
              <a:buAutoNum type="romanLcPeriod"/>
            </a:pPr>
            <a:r>
              <a:rPr lang="en-IN" sz="2000" dirty="0"/>
              <a:t>/(n-32) [denotes the </a:t>
            </a:r>
            <a:r>
              <a:rPr lang="en-IN" sz="2000" b="1" dirty="0"/>
              <a:t>suffix length</a:t>
            </a:r>
            <a:r>
              <a:rPr lang="en-IN" sz="2000" dirty="0"/>
              <a:t>]</a:t>
            </a:r>
            <a:endParaRPr lang="en-US" sz="2000" dirty="0"/>
          </a:p>
        </p:txBody>
      </p:sp>
      <p:sp>
        <p:nvSpPr>
          <p:cNvPr id="4" name="object 11"/>
          <p:cNvSpPr txBox="1"/>
          <p:nvPr/>
        </p:nvSpPr>
        <p:spPr>
          <a:xfrm>
            <a:off x="1990725" y="4238625"/>
            <a:ext cx="8210550" cy="1940194"/>
          </a:xfrm>
          <a:prstGeom prst="rect">
            <a:avLst/>
          </a:prstGeom>
          <a:solidFill>
            <a:srgbClr val="92D050"/>
          </a:solidFill>
        </p:spPr>
        <p:txBody>
          <a:bodyPr vert="horz" wrap="square" lIns="0" tIns="31670" rIns="0" bIns="0" rtlCol="0">
            <a:spAutoFit/>
          </a:bodyPr>
          <a:lstStyle/>
          <a:p>
            <a:pPr marL="447675" marR="1071880" lvl="0" algn="l" defTabSz="457200" rtl="0" eaLnBrk="1" fontAlgn="auto" latinLnBrk="0" hangingPunct="1">
              <a:lnSpc>
                <a:spcPct val="100000"/>
              </a:lnSpc>
              <a:spcBef>
                <a:spcPts val="250"/>
              </a:spcBef>
              <a:spcAft>
                <a:spcPts val="0"/>
              </a:spcAft>
              <a:buClrTx/>
              <a:buSzTx/>
              <a:buFontTx/>
              <a:buNone/>
              <a:tabLst>
                <a:tab pos="8429625" algn="l"/>
              </a:tabLst>
              <a:defRPr/>
            </a:pPr>
            <a:r>
              <a:rPr sz="2400" i="1" dirty="0"/>
              <a:t>In IPv4 addressing, a block of  addresses can be defined</a:t>
            </a:r>
            <a:r>
              <a:rPr lang="en-IN" sz="2400" i="1" dirty="0"/>
              <a:t> </a:t>
            </a:r>
            <a:r>
              <a:rPr sz="2400" i="1" dirty="0"/>
              <a:t>as</a:t>
            </a:r>
          </a:p>
          <a:p>
            <a:pPr marL="2949575" marR="0" lvl="0" indent="0" algn="l" defTabSz="457200" rtl="0" eaLnBrk="1" fontAlgn="auto" latinLnBrk="0" hangingPunct="1">
              <a:lnSpc>
                <a:spcPct val="100000"/>
              </a:lnSpc>
              <a:spcBef>
                <a:spcPts val="0"/>
              </a:spcBef>
              <a:spcAft>
                <a:spcPts val="0"/>
              </a:spcAft>
              <a:buClrTx/>
              <a:buSzTx/>
              <a:buFontTx/>
              <a:buNone/>
              <a:defRPr/>
            </a:pPr>
            <a:r>
              <a:rPr sz="2800" b="1" i="1" dirty="0"/>
              <a:t>x.y.z.t /n</a:t>
            </a:r>
            <a:endParaRPr lang="en-IN" sz="2800" b="1" i="1" dirty="0"/>
          </a:p>
          <a:p>
            <a:pPr marL="2949575" marR="0" lvl="0" indent="0" algn="l" defTabSz="457200" rtl="0" eaLnBrk="1" fontAlgn="auto" latinLnBrk="0" hangingPunct="1">
              <a:lnSpc>
                <a:spcPct val="100000"/>
              </a:lnSpc>
              <a:spcBef>
                <a:spcPts val="0"/>
              </a:spcBef>
              <a:spcAft>
                <a:spcPts val="0"/>
              </a:spcAft>
              <a:buClrTx/>
              <a:buSzTx/>
              <a:buFontTx/>
              <a:buNone/>
              <a:defRPr/>
            </a:pPr>
            <a:endParaRPr lang="en-IN" sz="2400" i="1" dirty="0"/>
          </a:p>
          <a:p>
            <a:pPr marL="2948305" marR="0" lvl="0" indent="-2586355" algn="l" defTabSz="457200" rtl="0" eaLnBrk="1" fontAlgn="auto" latinLnBrk="0" hangingPunct="1">
              <a:lnSpc>
                <a:spcPct val="100000"/>
              </a:lnSpc>
              <a:spcBef>
                <a:spcPts val="0"/>
              </a:spcBef>
              <a:spcAft>
                <a:spcPts val="0"/>
              </a:spcAft>
              <a:buClrTx/>
              <a:buSzTx/>
              <a:buFontTx/>
              <a:buNone/>
              <a:defRPr/>
            </a:pPr>
            <a:r>
              <a:rPr sz="2400" b="1" i="1" dirty="0"/>
              <a:t>x.y.z.t </a:t>
            </a:r>
            <a:r>
              <a:rPr lang="en-IN" sz="2400" i="1" dirty="0">
                <a:sym typeface="Wingdings" panose="05000000000000000000" pitchFamily="2" charset="2"/>
              </a:rPr>
              <a:t> </a:t>
            </a:r>
            <a:r>
              <a:rPr sz="2400" i="1" dirty="0"/>
              <a:t>defines one of the  addresses</a:t>
            </a:r>
            <a:endParaRPr lang="en-IN" sz="2400" i="1" dirty="0"/>
          </a:p>
          <a:p>
            <a:pPr marL="2948305" marR="0" lvl="0" indent="-2586355" algn="l" defTabSz="457200" rtl="0" eaLnBrk="1" fontAlgn="auto" latinLnBrk="0" hangingPunct="1">
              <a:lnSpc>
                <a:spcPct val="100000"/>
              </a:lnSpc>
              <a:spcBef>
                <a:spcPts val="0"/>
              </a:spcBef>
              <a:spcAft>
                <a:spcPts val="0"/>
              </a:spcAft>
              <a:buClrTx/>
              <a:buSzTx/>
              <a:buFontTx/>
              <a:buNone/>
              <a:defRPr/>
            </a:pPr>
            <a:r>
              <a:rPr lang="en-IN" sz="2400" b="1" i="1" dirty="0"/>
              <a:t>      </a:t>
            </a:r>
            <a:r>
              <a:rPr sz="2400" b="1" i="1" dirty="0"/>
              <a:t>/n </a:t>
            </a:r>
            <a:r>
              <a:rPr lang="en-IN" sz="2400" i="1" dirty="0">
                <a:sym typeface="Wingdings" panose="05000000000000000000" pitchFamily="2" charset="2"/>
              </a:rPr>
              <a:t> </a:t>
            </a:r>
            <a:r>
              <a:rPr sz="2400" i="1" dirty="0"/>
              <a:t>defines the mask.</a:t>
            </a:r>
            <a:endParaRPr sz="2000" i="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451579" y="804519"/>
            <a:ext cx="9603275" cy="1049235"/>
          </a:xfrm>
        </p:spPr>
        <p:txBody>
          <a:bodyPr/>
          <a:lstStyle/>
          <a:p>
            <a:r>
              <a:rPr lang="en-IN" dirty="0"/>
              <a:t>Classless addressing				</a:t>
            </a:r>
            <a:r>
              <a:rPr lang="en-IN" dirty="0" err="1"/>
              <a:t>contd</a:t>
            </a:r>
            <a:r>
              <a:rPr lang="en-IN" dirty="0"/>
              <a:t>…</a:t>
            </a:r>
          </a:p>
        </p:txBody>
      </p:sp>
      <p:sp>
        <p:nvSpPr>
          <p:cNvPr id="9" name="Content Placeholder 2"/>
          <p:cNvSpPr txBox="1"/>
          <p:nvPr/>
        </p:nvSpPr>
        <p:spPr>
          <a:xfrm>
            <a:off x="1331659" y="1895812"/>
            <a:ext cx="9746073" cy="4160214"/>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lvl="1" indent="0" algn="just">
              <a:spcBef>
                <a:spcPts val="1000"/>
              </a:spcBef>
              <a:buNone/>
            </a:pPr>
            <a:endParaRPr lang="en-US" sz="2000" dirty="0"/>
          </a:p>
        </p:txBody>
      </p:sp>
      <p:sp>
        <p:nvSpPr>
          <p:cNvPr id="2" name="object 10"/>
          <p:cNvSpPr txBox="1"/>
          <p:nvPr/>
        </p:nvSpPr>
        <p:spPr>
          <a:xfrm>
            <a:off x="2294595" y="1942554"/>
            <a:ext cx="7324413" cy="1139975"/>
          </a:xfrm>
          <a:prstGeom prst="rect">
            <a:avLst/>
          </a:prstGeom>
          <a:solidFill>
            <a:srgbClr val="92D050"/>
          </a:solidFill>
        </p:spPr>
        <p:txBody>
          <a:bodyPr vert="horz" wrap="square" lIns="0" tIns="31670" rIns="0" bIns="0" rtlCol="0">
            <a:spAutoFit/>
          </a:bodyPr>
          <a:lstStyle/>
          <a:p>
            <a:pPr marL="473710" marR="471170" lvl="0" indent="0" algn="ctr" defTabSz="457200" rtl="0" eaLnBrk="1" fontAlgn="auto" latinLnBrk="0" hangingPunct="1">
              <a:lnSpc>
                <a:spcPct val="100000"/>
              </a:lnSpc>
              <a:spcBef>
                <a:spcPts val="250"/>
              </a:spcBef>
              <a:spcAft>
                <a:spcPts val="0"/>
              </a:spcAft>
              <a:buClrTx/>
              <a:buSzTx/>
              <a:buFontTx/>
              <a:buNone/>
              <a:defRPr/>
            </a:pPr>
            <a:r>
              <a:rPr kumimoji="0" sz="2400" i="0" u="none" strike="noStrike" kern="1200" cap="none" spc="-5" normalizeH="0" baseline="0" noProof="0" dirty="0">
                <a:ln>
                  <a:noFill/>
                </a:ln>
                <a:solidFill>
                  <a:prstClr val="black"/>
                </a:solidFill>
                <a:effectLst/>
                <a:uLnTx/>
                <a:uFillTx/>
                <a:latin typeface="+mj-lt"/>
                <a:ea typeface="+mn-ea"/>
                <a:cs typeface="Arial" panose="020B0604020202020204"/>
              </a:rPr>
              <a:t>The first </a:t>
            </a:r>
            <a:r>
              <a:rPr kumimoji="0" sz="2400" i="0" u="none" strike="noStrike" kern="1200" cap="none" spc="-9" normalizeH="0" baseline="0" noProof="0" dirty="0">
                <a:ln>
                  <a:noFill/>
                </a:ln>
                <a:solidFill>
                  <a:prstClr val="black"/>
                </a:solidFill>
                <a:effectLst/>
                <a:uLnTx/>
                <a:uFillTx/>
                <a:latin typeface="+mj-lt"/>
                <a:ea typeface="+mn-ea"/>
                <a:cs typeface="Arial" panose="020B0604020202020204"/>
              </a:rPr>
              <a:t>address </a:t>
            </a:r>
            <a:r>
              <a:rPr kumimoji="0" sz="2400" i="0" u="none" strike="noStrike" kern="1200" cap="none" spc="-5" normalizeH="0" baseline="0" noProof="0" dirty="0">
                <a:ln>
                  <a:noFill/>
                </a:ln>
                <a:solidFill>
                  <a:prstClr val="black"/>
                </a:solidFill>
                <a:effectLst/>
                <a:uLnTx/>
                <a:uFillTx/>
                <a:latin typeface="+mj-lt"/>
                <a:ea typeface="+mn-ea"/>
                <a:cs typeface="Arial" panose="020B0604020202020204"/>
              </a:rPr>
              <a:t>in the block can</a:t>
            </a:r>
            <a:r>
              <a:rPr kumimoji="0" sz="2400" i="0" u="none" strike="noStrike" kern="1200" cap="none" spc="-100" normalizeH="0" baseline="0" noProof="0" dirty="0">
                <a:ln>
                  <a:noFill/>
                </a:ln>
                <a:solidFill>
                  <a:prstClr val="black"/>
                </a:solidFill>
                <a:effectLst/>
                <a:uLnTx/>
                <a:uFillTx/>
                <a:latin typeface="+mj-lt"/>
                <a:ea typeface="+mn-ea"/>
                <a:cs typeface="Arial" panose="020B0604020202020204"/>
              </a:rPr>
              <a:t> </a:t>
            </a:r>
            <a:r>
              <a:rPr kumimoji="0" sz="2400" i="0" u="none" strike="noStrike" kern="1200" cap="none" spc="-9" normalizeH="0" baseline="0" noProof="0" dirty="0">
                <a:ln>
                  <a:noFill/>
                </a:ln>
                <a:solidFill>
                  <a:prstClr val="black"/>
                </a:solidFill>
                <a:effectLst/>
                <a:uLnTx/>
                <a:uFillTx/>
                <a:latin typeface="+mj-lt"/>
                <a:ea typeface="+mn-ea"/>
                <a:cs typeface="Arial" panose="020B0604020202020204"/>
              </a:rPr>
              <a:t>be  </a:t>
            </a:r>
            <a:r>
              <a:rPr kumimoji="0" sz="2400" i="0" u="none" strike="noStrike" kern="1200" cap="none" spc="-5" normalizeH="0" baseline="0" noProof="0" dirty="0">
                <a:ln>
                  <a:noFill/>
                </a:ln>
                <a:solidFill>
                  <a:prstClr val="black"/>
                </a:solidFill>
                <a:effectLst/>
                <a:uLnTx/>
                <a:uFillTx/>
                <a:latin typeface="+mj-lt"/>
                <a:ea typeface="+mn-ea"/>
                <a:cs typeface="Arial" panose="020B0604020202020204"/>
              </a:rPr>
              <a:t>found by setting the</a:t>
            </a:r>
            <a:r>
              <a:rPr kumimoji="0" sz="2400" i="0" u="none" strike="noStrike" kern="1200" cap="none" spc="-73" normalizeH="0" baseline="0" noProof="0" dirty="0">
                <a:ln>
                  <a:noFill/>
                </a:ln>
                <a:solidFill>
                  <a:prstClr val="black"/>
                </a:solidFill>
                <a:effectLst/>
                <a:uLnTx/>
                <a:uFillTx/>
                <a:latin typeface="+mj-lt"/>
                <a:ea typeface="+mn-ea"/>
                <a:cs typeface="Arial" panose="020B0604020202020204"/>
              </a:rPr>
              <a:t> </a:t>
            </a:r>
            <a:r>
              <a:rPr kumimoji="0" sz="2400" i="0" u="none" strike="noStrike" kern="1200" cap="none" spc="-5" normalizeH="0" baseline="0" noProof="0" dirty="0">
                <a:ln>
                  <a:noFill/>
                </a:ln>
                <a:solidFill>
                  <a:prstClr val="black"/>
                </a:solidFill>
                <a:effectLst/>
                <a:uLnTx/>
                <a:uFillTx/>
                <a:latin typeface="+mj-lt"/>
                <a:ea typeface="+mn-ea"/>
                <a:cs typeface="Arial" panose="020B0604020202020204"/>
              </a:rPr>
              <a:t>rightmost</a:t>
            </a:r>
            <a:endParaRPr kumimoji="0" sz="2400" i="0" u="none" strike="noStrike" kern="1200" cap="none" spc="0" normalizeH="0" baseline="0" noProof="0" dirty="0">
              <a:ln>
                <a:noFill/>
              </a:ln>
              <a:solidFill>
                <a:prstClr val="black"/>
              </a:solidFill>
              <a:effectLst/>
              <a:uLnTx/>
              <a:uFillTx/>
              <a:latin typeface="+mj-lt"/>
              <a:ea typeface="+mn-ea"/>
              <a:cs typeface="Arial" panose="020B0604020202020204"/>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sz="2400" i="0" u="none" strike="noStrike" kern="1200" cap="none" spc="-5" normalizeH="0" baseline="0" noProof="0" dirty="0">
                <a:ln>
                  <a:noFill/>
                </a:ln>
                <a:solidFill>
                  <a:prstClr val="black"/>
                </a:solidFill>
                <a:effectLst/>
                <a:uLnTx/>
                <a:uFillTx/>
                <a:latin typeface="+mj-lt"/>
                <a:ea typeface="+mn-ea"/>
                <a:cs typeface="Arial" panose="020B0604020202020204"/>
              </a:rPr>
              <a:t>32 − </a:t>
            </a:r>
            <a:r>
              <a:rPr kumimoji="0" sz="2400" i="1" u="none" strike="noStrike" kern="1200" cap="none" spc="-5" normalizeH="0" baseline="0" noProof="0" dirty="0">
                <a:ln>
                  <a:noFill/>
                </a:ln>
                <a:solidFill>
                  <a:prstClr val="black"/>
                </a:solidFill>
                <a:effectLst/>
                <a:uLnTx/>
                <a:uFillTx/>
                <a:latin typeface="+mj-lt"/>
                <a:ea typeface="+mn-ea"/>
                <a:cs typeface="Arial" panose="020B0604020202020204"/>
              </a:rPr>
              <a:t>n </a:t>
            </a:r>
            <a:r>
              <a:rPr kumimoji="0" sz="2400" i="0" u="none" strike="noStrike" kern="1200" cap="none" spc="-5" normalizeH="0" baseline="0" noProof="0" dirty="0">
                <a:ln>
                  <a:noFill/>
                </a:ln>
                <a:solidFill>
                  <a:prstClr val="black"/>
                </a:solidFill>
                <a:effectLst/>
                <a:uLnTx/>
                <a:uFillTx/>
                <a:latin typeface="+mj-lt"/>
                <a:ea typeface="+mn-ea"/>
                <a:cs typeface="Arial" panose="020B0604020202020204"/>
              </a:rPr>
              <a:t>bits to</a:t>
            </a:r>
            <a:r>
              <a:rPr kumimoji="0" sz="2400" i="0" u="none" strike="noStrike" kern="1200" cap="none" spc="-32" normalizeH="0" baseline="0" noProof="0" dirty="0">
                <a:ln>
                  <a:noFill/>
                </a:ln>
                <a:solidFill>
                  <a:prstClr val="black"/>
                </a:solidFill>
                <a:effectLst/>
                <a:uLnTx/>
                <a:uFillTx/>
                <a:latin typeface="+mj-lt"/>
                <a:ea typeface="+mn-ea"/>
                <a:cs typeface="Arial" panose="020B0604020202020204"/>
              </a:rPr>
              <a:t> </a:t>
            </a:r>
            <a:r>
              <a:rPr kumimoji="0" sz="2400" i="0" u="none" strike="noStrike" kern="1200" cap="none" spc="-9" normalizeH="0" baseline="0" noProof="0" dirty="0">
                <a:ln>
                  <a:noFill/>
                </a:ln>
                <a:solidFill>
                  <a:prstClr val="black"/>
                </a:solidFill>
                <a:effectLst/>
                <a:uLnTx/>
                <a:uFillTx/>
                <a:latin typeface="+mj-lt"/>
                <a:ea typeface="+mn-ea"/>
                <a:cs typeface="Arial" panose="020B0604020202020204"/>
              </a:rPr>
              <a:t>0s.</a:t>
            </a:r>
            <a:endParaRPr kumimoji="0" sz="2400" i="0" u="none" strike="noStrike" kern="1200" cap="none" spc="0" normalizeH="0" baseline="0" noProof="0" dirty="0">
              <a:ln>
                <a:noFill/>
              </a:ln>
              <a:solidFill>
                <a:prstClr val="black"/>
              </a:solidFill>
              <a:effectLst/>
              <a:uLnTx/>
              <a:uFillTx/>
              <a:latin typeface="+mj-lt"/>
              <a:ea typeface="+mn-ea"/>
              <a:cs typeface="Arial" panose="020B0604020202020204"/>
            </a:endParaRPr>
          </a:p>
        </p:txBody>
      </p:sp>
      <p:sp>
        <p:nvSpPr>
          <p:cNvPr id="3" name="object 10"/>
          <p:cNvSpPr txBox="1"/>
          <p:nvPr/>
        </p:nvSpPr>
        <p:spPr>
          <a:xfrm>
            <a:off x="2294593" y="3393107"/>
            <a:ext cx="7324413" cy="1165623"/>
          </a:xfrm>
          <a:prstGeom prst="rect">
            <a:avLst/>
          </a:prstGeom>
          <a:solidFill>
            <a:schemeClr val="accent3">
              <a:lumMod val="60000"/>
              <a:lumOff val="40000"/>
            </a:schemeClr>
          </a:solidFill>
        </p:spPr>
        <p:txBody>
          <a:bodyPr vert="horz" wrap="square" lIns="0" tIns="31670" rIns="0" bIns="0" rtlCol="0">
            <a:spAutoFit/>
          </a:bodyPr>
          <a:lstStyle/>
          <a:p>
            <a:pPr marL="473710" marR="471170" algn="ctr" defTabSz="457200">
              <a:spcBef>
                <a:spcPts val="250"/>
              </a:spcBef>
              <a:defRPr/>
            </a:pPr>
            <a:r>
              <a:rPr sz="2400" spc="-5" dirty="0">
                <a:solidFill>
                  <a:prstClr val="black"/>
                </a:solidFill>
                <a:latin typeface="+mj-lt"/>
                <a:cs typeface="Arial" panose="020B0604020202020204"/>
              </a:rPr>
              <a:t>The last address in the block can be  found by setting the </a:t>
            </a:r>
            <a:r>
              <a:rPr lang="en-IN" sz="2400" spc="-5" dirty="0">
                <a:solidFill>
                  <a:prstClr val="black"/>
                </a:solidFill>
                <a:latin typeface="+mj-lt"/>
                <a:cs typeface="Arial" panose="020B0604020202020204"/>
              </a:rPr>
              <a:t>r</a:t>
            </a:r>
            <a:r>
              <a:rPr sz="2400" spc="-5" dirty="0" err="1">
                <a:solidFill>
                  <a:prstClr val="black"/>
                </a:solidFill>
                <a:latin typeface="+mj-lt"/>
                <a:cs typeface="Arial" panose="020B0604020202020204"/>
              </a:rPr>
              <a:t>ightmost</a:t>
            </a:r>
            <a:endParaRPr lang="en-US" sz="2400" spc="-5" dirty="0">
              <a:solidFill>
                <a:prstClr val="black"/>
              </a:solidFill>
              <a:latin typeface="+mj-lt"/>
              <a:cs typeface="Arial" panose="020B0604020202020204"/>
            </a:endParaRPr>
          </a:p>
          <a:p>
            <a:pPr marL="473710" marR="471170" algn="ctr" defTabSz="457200">
              <a:spcBef>
                <a:spcPts val="250"/>
              </a:spcBef>
              <a:defRPr/>
            </a:pPr>
            <a:r>
              <a:rPr lang="en-US" sz="2400" spc="-5" dirty="0">
                <a:solidFill>
                  <a:prstClr val="black"/>
                </a:solidFill>
                <a:latin typeface="+mj-lt"/>
                <a:cs typeface="Arial" panose="020B0604020202020204"/>
              </a:rPr>
              <a:t>32 − n bits to 1s.</a:t>
            </a:r>
          </a:p>
        </p:txBody>
      </p:sp>
      <p:sp>
        <p:nvSpPr>
          <p:cNvPr id="4" name="object 10"/>
          <p:cNvSpPr txBox="1"/>
          <p:nvPr/>
        </p:nvSpPr>
        <p:spPr>
          <a:xfrm>
            <a:off x="2294593" y="4869308"/>
            <a:ext cx="7324413" cy="1245068"/>
          </a:xfrm>
          <a:prstGeom prst="rect">
            <a:avLst/>
          </a:prstGeom>
          <a:solidFill>
            <a:schemeClr val="accent5">
              <a:lumMod val="60000"/>
              <a:lumOff val="40000"/>
            </a:schemeClr>
          </a:solidFill>
        </p:spPr>
        <p:txBody>
          <a:bodyPr vert="horz" wrap="square" lIns="0" tIns="31670" rIns="0" bIns="0" rtlCol="0">
            <a:spAutoFit/>
          </a:bodyPr>
          <a:lstStyle/>
          <a:p>
            <a:pPr marL="0" marR="0" lvl="0" indent="0" algn="ctr" defTabSz="457200" rtl="0" eaLnBrk="1" fontAlgn="auto" latinLnBrk="0" hangingPunct="1">
              <a:lnSpc>
                <a:spcPct val="100000"/>
              </a:lnSpc>
              <a:spcBef>
                <a:spcPts val="250"/>
              </a:spcBef>
              <a:spcAft>
                <a:spcPts val="0"/>
              </a:spcAft>
              <a:buClrTx/>
              <a:buSzTx/>
              <a:buFontTx/>
              <a:buNone/>
              <a:defRPr/>
            </a:pPr>
            <a:r>
              <a:rPr sz="2400" spc="-5" dirty="0">
                <a:solidFill>
                  <a:prstClr val="black"/>
                </a:solidFill>
                <a:latin typeface="+mj-lt"/>
                <a:cs typeface="Arial" panose="020B0604020202020204"/>
              </a:rPr>
              <a:t>The number of addresses in the block</a:t>
            </a:r>
          </a:p>
          <a:p>
            <a:pPr marL="657860" marR="651510" lvl="0" indent="0" algn="ctr" defTabSz="457200" rtl="0" eaLnBrk="1" fontAlgn="auto" latinLnBrk="0" hangingPunct="1">
              <a:lnSpc>
                <a:spcPct val="75000"/>
              </a:lnSpc>
              <a:spcBef>
                <a:spcPts val="870"/>
              </a:spcBef>
              <a:spcAft>
                <a:spcPts val="0"/>
              </a:spcAft>
              <a:buClrTx/>
              <a:buSzTx/>
              <a:buFontTx/>
              <a:buNone/>
              <a:defRPr/>
            </a:pPr>
            <a:r>
              <a:rPr sz="2400" spc="-5" dirty="0">
                <a:solidFill>
                  <a:prstClr val="black"/>
                </a:solidFill>
                <a:latin typeface="+mj-lt"/>
                <a:cs typeface="Arial" panose="020B0604020202020204"/>
              </a:rPr>
              <a:t>can be found by using the formula  </a:t>
            </a:r>
            <a:endParaRPr lang="en-IN" sz="2400" spc="-5" dirty="0">
              <a:solidFill>
                <a:prstClr val="black"/>
              </a:solidFill>
              <a:latin typeface="+mj-lt"/>
              <a:cs typeface="Arial" panose="020B0604020202020204"/>
            </a:endParaRPr>
          </a:p>
          <a:p>
            <a:pPr marL="657860" marR="651510" lvl="0" indent="0" algn="ctr" defTabSz="457200" rtl="0" eaLnBrk="1" fontAlgn="auto" latinLnBrk="0" hangingPunct="1">
              <a:lnSpc>
                <a:spcPct val="75000"/>
              </a:lnSpc>
              <a:spcBef>
                <a:spcPts val="870"/>
              </a:spcBef>
              <a:spcAft>
                <a:spcPts val="0"/>
              </a:spcAft>
              <a:buClrTx/>
              <a:buSzTx/>
              <a:buFontTx/>
              <a:buNone/>
              <a:defRPr/>
            </a:pPr>
            <a:r>
              <a:rPr kumimoji="0" sz="4000" b="1" i="0" u="none" strike="noStrike" kern="1200" cap="none" spc="14" normalizeH="0" baseline="-16000" noProof="0" dirty="0">
                <a:ln>
                  <a:noFill/>
                </a:ln>
                <a:solidFill>
                  <a:prstClr val="black"/>
                </a:solidFill>
                <a:effectLst/>
                <a:uLnTx/>
                <a:uFillTx/>
                <a:latin typeface="Arial" panose="020B0604020202020204"/>
                <a:ea typeface="+mn-ea"/>
                <a:cs typeface="Arial" panose="020B0604020202020204"/>
              </a:rPr>
              <a:t>2</a:t>
            </a:r>
            <a:r>
              <a:rPr kumimoji="0" b="1" i="0" u="none" strike="noStrike" kern="1200" cap="none" spc="9" normalizeH="0" baseline="0" noProof="0" dirty="0">
                <a:ln>
                  <a:noFill/>
                </a:ln>
                <a:solidFill>
                  <a:prstClr val="black"/>
                </a:solidFill>
                <a:effectLst/>
                <a:uLnTx/>
                <a:uFillTx/>
                <a:latin typeface="Arial" panose="020B0604020202020204"/>
                <a:ea typeface="+mn-ea"/>
                <a:cs typeface="Arial" panose="020B0604020202020204"/>
              </a:rPr>
              <a:t>32−n</a:t>
            </a:r>
            <a:r>
              <a:rPr kumimoji="0" sz="4000" b="1" i="0" u="none" strike="noStrike" kern="1200" cap="none" spc="14" normalizeH="0" baseline="-16000" noProof="0" dirty="0">
                <a:ln>
                  <a:noFill/>
                </a:ln>
                <a:solidFill>
                  <a:prstClr val="black"/>
                </a:solidFill>
                <a:effectLst/>
                <a:uLnTx/>
                <a:uFillTx/>
                <a:latin typeface="Arial" panose="020B0604020202020204"/>
                <a:ea typeface="+mn-ea"/>
                <a:cs typeface="Arial" panose="020B0604020202020204"/>
              </a:rPr>
              <a:t>.</a:t>
            </a:r>
            <a:endParaRPr kumimoji="0" sz="4000" b="0" i="0" u="none" strike="noStrike" kern="1200" cap="none" spc="0" normalizeH="0" baseline="-16000" noProof="0" dirty="0">
              <a:ln>
                <a:noFill/>
              </a:ln>
              <a:solidFill>
                <a:prstClr val="black"/>
              </a:solidFill>
              <a:effectLst/>
              <a:uLnTx/>
              <a:uFillTx/>
              <a:latin typeface="Arial" panose="020B0604020202020204"/>
              <a:ea typeface="+mn-ea"/>
              <a:cs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4568" y="1176355"/>
            <a:ext cx="2112103" cy="503490"/>
          </a:xfrm>
          <a:prstGeom prst="rect">
            <a:avLst/>
          </a:prstGeom>
        </p:spPr>
        <p:txBody>
          <a:bodyPr vert="horz" wrap="square" lIns="0" tIns="10941" rIns="0" bIns="0" rtlCol="0" anchor="ctr">
            <a:spAutoFit/>
          </a:bodyPr>
          <a:lstStyle/>
          <a:p>
            <a:pPr marL="11430">
              <a:lnSpc>
                <a:spcPct val="100000"/>
              </a:lnSpc>
              <a:spcBef>
                <a:spcPts val="85"/>
              </a:spcBef>
            </a:pPr>
            <a:r>
              <a:rPr b="1" i="1" spc="-5" dirty="0">
                <a:latin typeface="Times New Roman" panose="02020603050405020304"/>
                <a:cs typeface="Times New Roman" panose="02020603050405020304"/>
              </a:rPr>
              <a:t>Example</a:t>
            </a:r>
          </a:p>
        </p:txBody>
      </p:sp>
      <p:sp>
        <p:nvSpPr>
          <p:cNvPr id="8" name="object 8"/>
          <p:cNvSpPr txBox="1"/>
          <p:nvPr/>
        </p:nvSpPr>
        <p:spPr>
          <a:xfrm>
            <a:off x="1111348" y="1916360"/>
            <a:ext cx="10339754" cy="1017930"/>
          </a:xfrm>
          <a:prstGeom prst="rect">
            <a:avLst/>
          </a:prstGeom>
        </p:spPr>
        <p:txBody>
          <a:bodyPr vert="horz" wrap="square" lIns="0" tIns="11516" rIns="0" bIns="0" rtlCol="0">
            <a:spAutoFit/>
          </a:bodyPr>
          <a:lstStyle/>
          <a:p>
            <a:pPr marL="11430" marR="4445" lvl="0" indent="0" algn="just" defTabSz="457200" rtl="0" eaLnBrk="1" fontAlgn="auto" latinLnBrk="0" hangingPunct="1">
              <a:lnSpc>
                <a:spcPct val="100000"/>
              </a:lnSpc>
              <a:spcBef>
                <a:spcPts val="90"/>
              </a:spcBef>
              <a:spcAft>
                <a:spcPts val="0"/>
              </a:spcAft>
              <a:buClrTx/>
              <a:buSzTx/>
              <a:buFontTx/>
              <a:buNone/>
              <a:defRPr/>
            </a:pPr>
            <a:r>
              <a:rPr kumimoji="0" lang="en-IN"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1. </a:t>
            </a:r>
            <a:r>
              <a:rPr kumimoji="0"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A </a:t>
            </a:r>
            <a:r>
              <a:rPr kumimoji="0"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block of addresses is granted to </a:t>
            </a:r>
            <a:r>
              <a:rPr kumimoji="0"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a </a:t>
            </a:r>
            <a:r>
              <a:rPr kumimoji="0"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small organization.  </a:t>
            </a:r>
            <a:r>
              <a:rPr kumimoji="0" sz="2000" b="1" u="none" strike="noStrike" kern="1200" cap="none" spc="-100" normalizeH="0" baseline="0" noProof="0" dirty="0">
                <a:ln>
                  <a:noFill/>
                </a:ln>
                <a:solidFill>
                  <a:prstClr val="black"/>
                </a:solidFill>
                <a:effectLst/>
                <a:uLnTx/>
                <a:uFillTx/>
                <a:latin typeface="Times New Roman" panose="02020603050405020304"/>
                <a:ea typeface="+mn-ea"/>
                <a:cs typeface="Times New Roman" panose="02020603050405020304"/>
              </a:rPr>
              <a:t>We </a:t>
            </a:r>
            <a:r>
              <a:rPr kumimoji="0"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know that one of the addresses is</a:t>
            </a:r>
            <a:r>
              <a:rPr kumimoji="0" lang="en-IN"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205.16.37.39/28.  </a:t>
            </a:r>
            <a:r>
              <a:rPr kumimoji="0"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What is the first address in the</a:t>
            </a:r>
            <a:r>
              <a:rPr kumimoji="0" sz="2000" b="1" u="none" strike="noStrike" kern="1200" cap="none" spc="-103"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block?</a:t>
            </a:r>
          </a:p>
          <a:p>
            <a:pPr marL="11430" marR="0" lvl="0" indent="0" algn="l" defTabSz="457200" rtl="0" eaLnBrk="1" fontAlgn="auto" latinLnBrk="0" hangingPunct="1">
              <a:lnSpc>
                <a:spcPct val="100000"/>
              </a:lnSpc>
              <a:spcBef>
                <a:spcPts val="0"/>
              </a:spcBef>
              <a:spcAft>
                <a:spcPts val="0"/>
              </a:spcAft>
              <a:buClrTx/>
              <a:buSzTx/>
              <a:buFontTx/>
              <a:buNone/>
              <a:defRPr/>
            </a:pPr>
            <a:endParaRPr kumimoji="0" lang="en-IN" sz="254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4568" y="1176355"/>
            <a:ext cx="2112103" cy="503490"/>
          </a:xfrm>
          <a:prstGeom prst="rect">
            <a:avLst/>
          </a:prstGeom>
        </p:spPr>
        <p:txBody>
          <a:bodyPr vert="horz" wrap="square" lIns="0" tIns="10941" rIns="0" bIns="0" rtlCol="0" anchor="ctr">
            <a:spAutoFit/>
          </a:bodyPr>
          <a:lstStyle/>
          <a:p>
            <a:pPr marL="11430">
              <a:lnSpc>
                <a:spcPct val="100000"/>
              </a:lnSpc>
              <a:spcBef>
                <a:spcPts val="85"/>
              </a:spcBef>
            </a:pPr>
            <a:r>
              <a:rPr lang="en-IN" b="1" i="1" spc="-5" dirty="0">
                <a:latin typeface="Times New Roman" panose="02020603050405020304"/>
                <a:cs typeface="Times New Roman" panose="02020603050405020304"/>
              </a:rPr>
              <a:t>Solution</a:t>
            </a:r>
            <a:endParaRPr b="1" i="1" spc="-5" dirty="0">
              <a:latin typeface="Times New Roman" panose="02020603050405020304"/>
              <a:cs typeface="Times New Roman" panose="02020603050405020304"/>
            </a:endParaRPr>
          </a:p>
        </p:txBody>
      </p:sp>
      <p:sp>
        <p:nvSpPr>
          <p:cNvPr id="8" name="object 8"/>
          <p:cNvSpPr txBox="1"/>
          <p:nvPr/>
        </p:nvSpPr>
        <p:spPr>
          <a:xfrm>
            <a:off x="523875" y="2040185"/>
            <a:ext cx="10927227" cy="2708136"/>
          </a:xfrm>
          <a:prstGeom prst="rect">
            <a:avLst/>
          </a:prstGeom>
        </p:spPr>
        <p:txBody>
          <a:bodyPr vert="horz" wrap="square" lIns="0" tIns="11516" rIns="0" bIns="0" rtlCol="0">
            <a:spAutoFit/>
          </a:bodyPr>
          <a:lstStyle/>
          <a:p>
            <a:pPr marL="11430" marR="4445" lvl="0" indent="0" algn="just" defTabSz="457200" rtl="0" eaLnBrk="1" fontAlgn="auto" latinLnBrk="0" hangingPunct="1">
              <a:lnSpc>
                <a:spcPct val="100000"/>
              </a:lnSpc>
              <a:spcBef>
                <a:spcPts val="90"/>
              </a:spcBef>
              <a:spcAft>
                <a:spcPts val="0"/>
              </a:spcAft>
              <a:buClrTx/>
              <a:buSzTx/>
              <a:buFontTx/>
              <a:buNone/>
              <a:defRPr/>
            </a:pPr>
            <a:r>
              <a:rPr kumimoji="0"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A </a:t>
            </a:r>
            <a:r>
              <a:rPr kumimoji="0"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block of addresses is granted to </a:t>
            </a:r>
            <a:r>
              <a:rPr kumimoji="0"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a </a:t>
            </a:r>
            <a:r>
              <a:rPr kumimoji="0"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small organization.  </a:t>
            </a:r>
            <a:r>
              <a:rPr kumimoji="0" sz="2000" b="1" u="none" strike="noStrike" kern="1200" cap="none" spc="-100" normalizeH="0" baseline="0" noProof="0" dirty="0">
                <a:ln>
                  <a:noFill/>
                </a:ln>
                <a:solidFill>
                  <a:prstClr val="black"/>
                </a:solidFill>
                <a:effectLst/>
                <a:uLnTx/>
                <a:uFillTx/>
                <a:latin typeface="Times New Roman" panose="02020603050405020304"/>
                <a:ea typeface="+mn-ea"/>
                <a:cs typeface="Times New Roman" panose="02020603050405020304"/>
              </a:rPr>
              <a:t>We </a:t>
            </a:r>
            <a:r>
              <a:rPr kumimoji="0"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know that one of the addresses is</a:t>
            </a:r>
            <a:r>
              <a:rPr kumimoji="0" lang="en-IN"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205.16.37.39/28.  </a:t>
            </a:r>
            <a:r>
              <a:rPr kumimoji="0"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What is the first address in the</a:t>
            </a:r>
            <a:r>
              <a:rPr kumimoji="0" sz="2000" b="1" u="none" strike="noStrike" kern="1200" cap="none" spc="-103"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block?</a:t>
            </a:r>
            <a:endParaRPr kumimoji="0" lang="en-IN" sz="20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11430" marR="4445" lvl="0" indent="0" algn="just" defTabSz="457200" rtl="0" eaLnBrk="1" fontAlgn="auto" latinLnBrk="0" hangingPunct="1">
              <a:lnSpc>
                <a:spcPct val="100000"/>
              </a:lnSpc>
              <a:spcBef>
                <a:spcPts val="90"/>
              </a:spcBef>
              <a:spcAft>
                <a:spcPts val="0"/>
              </a:spcAft>
              <a:buClrTx/>
              <a:buSzTx/>
              <a:buFontTx/>
              <a:buNone/>
              <a:defRPr/>
            </a:pPr>
            <a:endParaRPr kumimoji="0" sz="900" b="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11430" marR="0" lvl="0" indent="0" algn="l" defTabSz="457200" rtl="0" eaLnBrk="1" fontAlgn="auto" latinLnBrk="0" hangingPunct="1">
              <a:lnSpc>
                <a:spcPct val="100000"/>
              </a:lnSpc>
              <a:spcBef>
                <a:spcPts val="0"/>
              </a:spcBef>
              <a:spcAft>
                <a:spcPts val="0"/>
              </a:spcAft>
              <a:buClrTx/>
              <a:buSzTx/>
              <a:buFontTx/>
              <a:buNone/>
              <a:defRPr/>
            </a:pPr>
            <a:r>
              <a:rPr kumimoji="0" sz="254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Solution</a:t>
            </a:r>
            <a:endParaRPr kumimoji="0" sz="254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958215" marR="953135" lvl="0" indent="-946785" algn="l" defTabSz="457200" rtl="0" eaLnBrk="1" fontAlgn="auto" latinLnBrk="0" hangingPunct="1">
              <a:lnSpc>
                <a:spcPct val="100000"/>
              </a:lnSpc>
              <a:spcBef>
                <a:spcPts val="0"/>
              </a:spcBef>
              <a:spcAft>
                <a:spcPts val="0"/>
              </a:spcAft>
              <a:buClrTx/>
              <a:buSzTx/>
              <a:buFontTx/>
              <a:buNone/>
              <a:tabLst>
                <a:tab pos="2453005" algn="l"/>
                <a:tab pos="3984625" algn="l"/>
                <a:tab pos="5516245" algn="l"/>
              </a:tabLst>
              <a:defRPr/>
            </a:pPr>
            <a:r>
              <a:rPr kumimoji="0" sz="2000"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The </a:t>
            </a:r>
            <a:r>
              <a:rPr kumimoji="0" sz="2000"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binary </a:t>
            </a:r>
            <a:r>
              <a:rPr kumimoji="0" sz="2000"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representation </a:t>
            </a:r>
            <a:r>
              <a:rPr kumimoji="0" sz="2000"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of the </a:t>
            </a:r>
            <a:r>
              <a:rPr kumimoji="0" sz="2000"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given address </a:t>
            </a:r>
            <a:r>
              <a:rPr kumimoji="0" sz="2000"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is  </a:t>
            </a:r>
            <a:endParaRPr kumimoji="0" lang="en-IN" sz="2000"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endParaRPr>
          </a:p>
          <a:p>
            <a:pPr marL="958215" marR="953135" lvl="0" indent="-946785" algn="l" defTabSz="457200" rtl="0" eaLnBrk="1" fontAlgn="auto" latinLnBrk="0" hangingPunct="1">
              <a:lnSpc>
                <a:spcPct val="100000"/>
              </a:lnSpc>
              <a:spcBef>
                <a:spcPts val="0"/>
              </a:spcBef>
              <a:spcAft>
                <a:spcPts val="0"/>
              </a:spcAft>
              <a:buClrTx/>
              <a:buSzTx/>
              <a:buFontTx/>
              <a:buNone/>
              <a:tabLst>
                <a:tab pos="2453005" algn="l"/>
                <a:tab pos="3984625" algn="l"/>
                <a:tab pos="5516245" algn="l"/>
              </a:tabLst>
              <a:defRPr/>
            </a:pPr>
            <a:r>
              <a:rPr kumimoji="0" lang="en-IN" sz="2000" i="1"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                  </a:t>
            </a:r>
            <a:r>
              <a:rPr kumimoji="0" sz="2000" i="1"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1</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100</a:t>
            </a:r>
            <a:r>
              <a:rPr kumimoji="0" sz="2000" i="1"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1</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101</a:t>
            </a:r>
            <a:r>
              <a:rPr lang="en-IN" sz="2000" i="1" dirty="0">
                <a:solidFill>
                  <a:srgbClr val="3333CC"/>
                </a:solidFill>
                <a:latin typeface="Times New Roman" panose="02020603050405020304"/>
                <a:cs typeface="Times New Roman" panose="02020603050405020304"/>
              </a:rPr>
              <a:t>    </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00010000</a:t>
            </a:r>
            <a:r>
              <a:rPr kumimoji="0" lang="en-IN"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    </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00100101</a:t>
            </a:r>
            <a:r>
              <a:rPr lang="en-IN" sz="2000" i="1" dirty="0">
                <a:solidFill>
                  <a:srgbClr val="3333CC"/>
                </a:solidFill>
                <a:latin typeface="Times New Roman" panose="02020603050405020304"/>
                <a:cs typeface="Times New Roman" panose="02020603050405020304"/>
              </a:rPr>
              <a:t>    </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00100</a:t>
            </a:r>
            <a:r>
              <a:rPr kumimoji="0" sz="2000" i="1"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1</a:t>
            </a:r>
            <a:r>
              <a:rPr kumimoji="0" sz="2000" i="1" u="none" strike="noStrike" kern="1200" cap="none" spc="-145" normalizeH="0" baseline="0" noProof="0" dirty="0">
                <a:ln>
                  <a:noFill/>
                </a:ln>
                <a:solidFill>
                  <a:srgbClr val="3333CC"/>
                </a:solidFill>
                <a:effectLst/>
                <a:uLnTx/>
                <a:uFillTx/>
                <a:latin typeface="Times New Roman" panose="02020603050405020304"/>
                <a:cs typeface="Times New Roman" panose="02020603050405020304"/>
              </a:rPr>
              <a:t>1</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1</a:t>
            </a:r>
            <a:endParaRPr kumimoji="0" lang="en-IN"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endParaRPr>
          </a:p>
          <a:p>
            <a:pPr marL="958215" marR="953135" lvl="0" indent="-946785" algn="l" defTabSz="457200" rtl="0" eaLnBrk="1" fontAlgn="auto" latinLnBrk="0" hangingPunct="1">
              <a:lnSpc>
                <a:spcPct val="100000"/>
              </a:lnSpc>
              <a:spcBef>
                <a:spcPts val="0"/>
              </a:spcBef>
              <a:spcAft>
                <a:spcPts val="0"/>
              </a:spcAft>
              <a:buClrTx/>
              <a:buSzTx/>
              <a:buFontTx/>
              <a:buNone/>
              <a:tabLst>
                <a:tab pos="2453005" algn="l"/>
                <a:tab pos="3984625" algn="l"/>
                <a:tab pos="5516245" algn="l"/>
              </a:tabLst>
              <a:defRPr/>
            </a:pPr>
            <a:endParaRPr kumimoji="0" sz="2000" b="0" i="0" u="none" strike="noStrike" kern="1200" cap="none" spc="0" normalizeH="0" baseline="0" noProof="0" dirty="0">
              <a:ln>
                <a:noFill/>
              </a:ln>
              <a:solidFill>
                <a:prstClr val="black"/>
              </a:solidFill>
              <a:effectLst/>
              <a:uLnTx/>
              <a:uFillTx/>
              <a:latin typeface="Times New Roman" panose="02020603050405020304"/>
              <a:cs typeface="Times New Roman" panose="02020603050405020304"/>
            </a:endParaRPr>
          </a:p>
          <a:p>
            <a:pPr marL="941070" marR="935355" lvl="0" indent="-929640" algn="l" defTabSz="457200" rtl="0" eaLnBrk="1" fontAlgn="auto" latinLnBrk="0" hangingPunct="1">
              <a:lnSpc>
                <a:spcPct val="100000"/>
              </a:lnSpc>
              <a:spcBef>
                <a:spcPts val="0"/>
              </a:spcBef>
              <a:spcAft>
                <a:spcPts val="0"/>
              </a:spcAft>
              <a:buClrTx/>
              <a:buSzTx/>
              <a:buFontTx/>
              <a:buNone/>
              <a:tabLst>
                <a:tab pos="2516505" algn="l"/>
                <a:tab pos="4127500" algn="l"/>
                <a:tab pos="5659120" algn="l"/>
              </a:tabLst>
              <a:defRPr/>
            </a:pPr>
            <a:r>
              <a:rPr kumimoji="0" lang="en-IN" sz="2000" b="1"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Method 1: </a:t>
            </a:r>
            <a:r>
              <a:rPr kumimoji="0" sz="2000" b="1"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If </a:t>
            </a:r>
            <a:r>
              <a:rPr kumimoji="0" sz="2000" b="1"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we set </a:t>
            </a:r>
            <a:r>
              <a:rPr kumimoji="0" sz="2000" b="1"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32−28 rightmost bits to 0, </a:t>
            </a:r>
            <a:r>
              <a:rPr kumimoji="0" sz="2000" b="1"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we get  </a:t>
            </a:r>
            <a:r>
              <a:rPr kumimoji="0" lang="en-IN" sz="2000" b="1" i="1" u="none" strike="noStrike" kern="1200" cap="none" spc="-5" normalizeH="0" baseline="0" noProof="0" dirty="0">
                <a:ln>
                  <a:noFill/>
                </a:ln>
                <a:solidFill>
                  <a:prstClr val="black"/>
                </a:solidFill>
                <a:effectLst/>
                <a:uLnTx/>
                <a:uFillTx/>
                <a:latin typeface="Times New Roman" panose="02020603050405020304"/>
                <a:cs typeface="Times New Roman" panose="02020603050405020304"/>
              </a:rPr>
              <a:t>the first address.</a:t>
            </a:r>
            <a:endParaRPr kumimoji="0" lang="en-IN" sz="2000" b="1" i="1"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endParaRPr>
          </a:p>
          <a:p>
            <a:pPr marL="941070" marR="935355" lvl="0" indent="-929640" algn="l" defTabSz="457200" rtl="0" eaLnBrk="1" fontAlgn="auto" latinLnBrk="0" hangingPunct="1">
              <a:lnSpc>
                <a:spcPct val="100000"/>
              </a:lnSpc>
              <a:spcBef>
                <a:spcPts val="0"/>
              </a:spcBef>
              <a:spcAft>
                <a:spcPts val="0"/>
              </a:spcAft>
              <a:buClrTx/>
              <a:buSzTx/>
              <a:buFontTx/>
              <a:buNone/>
              <a:tabLst>
                <a:tab pos="2516505" algn="l"/>
                <a:tab pos="4127500" algn="l"/>
                <a:tab pos="5659120" algn="l"/>
              </a:tabLst>
              <a:defRPr/>
            </a:pPr>
            <a:r>
              <a:rPr kumimoji="0" lang="en-IN" sz="2000" i="1"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                  1</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100</a:t>
            </a:r>
            <a:r>
              <a:rPr kumimoji="0" sz="2000" i="1"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1</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101</a:t>
            </a:r>
            <a:r>
              <a:rPr kumimoji="0" lang="en-IN" sz="2000" i="1" u="none" strike="noStrike" kern="1200" cap="none" spc="0" normalizeH="0" noProof="0" dirty="0">
                <a:ln>
                  <a:noFill/>
                </a:ln>
                <a:solidFill>
                  <a:srgbClr val="3333CC"/>
                </a:solidFill>
                <a:effectLst/>
                <a:uLnTx/>
                <a:uFillTx/>
                <a:latin typeface="Times New Roman" panose="02020603050405020304"/>
                <a:cs typeface="Times New Roman" panose="02020603050405020304"/>
              </a:rPr>
              <a:t>    </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00010000</a:t>
            </a:r>
            <a:r>
              <a:rPr kumimoji="0" lang="en-IN"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    </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00100101</a:t>
            </a:r>
            <a:r>
              <a:rPr lang="en-IN" sz="2000" i="1" dirty="0">
                <a:solidFill>
                  <a:srgbClr val="3333CC"/>
                </a:solidFill>
                <a:latin typeface="Times New Roman" panose="02020603050405020304"/>
                <a:cs typeface="Times New Roman" panose="02020603050405020304"/>
              </a:rPr>
              <a:t>    </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0010000</a:t>
            </a:r>
            <a:r>
              <a:rPr lang="en-IN" sz="2000" i="1" dirty="0">
                <a:solidFill>
                  <a:srgbClr val="3333CC"/>
                </a:solidFill>
                <a:latin typeface="Times New Roman" panose="02020603050405020304"/>
                <a:cs typeface="Times New Roman" panose="02020603050405020304"/>
              </a:rPr>
              <a:t>0       </a:t>
            </a:r>
            <a:r>
              <a:rPr kumimoji="0" sz="2000"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or</a:t>
            </a:r>
            <a:r>
              <a:rPr kumimoji="0" lang="en-IN" sz="2000"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      </a:t>
            </a:r>
            <a:r>
              <a:rPr kumimoji="0" sz="2000"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  </a:t>
            </a:r>
            <a:r>
              <a:rPr kumimoji="0" sz="2000" i="1"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205.16.37.3</a:t>
            </a:r>
            <a:r>
              <a:rPr kumimoji="0" sz="2000" i="1" u="none" strike="noStrike" kern="1200" cap="none" spc="-5" normalizeH="0" baseline="0" noProof="0" dirty="0">
                <a:ln>
                  <a:noFill/>
                </a:ln>
                <a:solidFill>
                  <a:srgbClr val="3333CC"/>
                </a:solidFill>
                <a:effectLst/>
                <a:uLnTx/>
                <a:uFillTx/>
                <a:latin typeface="Times New Roman" panose="02020603050405020304"/>
                <a:cs typeface="Times New Roman" panose="02020603050405020304"/>
              </a:rPr>
              <a:t>2</a:t>
            </a:r>
            <a:r>
              <a:rPr kumimoji="0" sz="2000" i="1" u="none" strike="noStrike" kern="1200" cap="none" spc="0" normalizeH="0" baseline="0" noProof="0" dirty="0">
                <a:ln>
                  <a:noFill/>
                </a:ln>
                <a:solidFill>
                  <a:prstClr val="black"/>
                </a:solidFill>
                <a:effectLst/>
                <a:uLnTx/>
                <a:uFillTx/>
                <a:latin typeface="Times New Roman" panose="02020603050405020304"/>
                <a:cs typeface="Times New Roman" panose="02020603050405020304"/>
              </a:rPr>
              <a:t>.</a:t>
            </a:r>
            <a:endParaRPr kumimoji="0" sz="2000" i="0" u="none" strike="noStrike" kern="1200" cap="none" spc="0" normalizeH="0" baseline="0" noProof="0" dirty="0">
              <a:ln>
                <a:noFill/>
              </a:ln>
              <a:solidFill>
                <a:prstClr val="black"/>
              </a:solidFill>
              <a:effectLst/>
              <a:uLnTx/>
              <a:uFillTx/>
              <a:latin typeface="Times New Roman" panose="02020603050405020304"/>
              <a:cs typeface="Times New Roman" panose="02020603050405020304"/>
            </a:endParaRPr>
          </a:p>
        </p:txBody>
      </p:sp>
      <p:sp>
        <p:nvSpPr>
          <p:cNvPr id="4" name="object 4"/>
          <p:cNvSpPr/>
          <p:nvPr/>
        </p:nvSpPr>
        <p:spPr>
          <a:xfrm>
            <a:off x="6652953" y="5017159"/>
            <a:ext cx="5284763" cy="1803692"/>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nvGrpSpPr>
          <p:cNvPr id="5" name="object 10"/>
          <p:cNvGrpSpPr/>
          <p:nvPr/>
        </p:nvGrpSpPr>
        <p:grpSpPr>
          <a:xfrm>
            <a:off x="523875" y="5629866"/>
            <a:ext cx="5841998" cy="993366"/>
            <a:chOff x="1446530" y="4149864"/>
            <a:chExt cx="8148713" cy="1437894"/>
          </a:xfrm>
        </p:grpSpPr>
        <p:sp>
          <p:nvSpPr>
            <p:cNvPr id="7" name="object 12"/>
            <p:cNvSpPr/>
            <p:nvPr/>
          </p:nvSpPr>
          <p:spPr>
            <a:xfrm>
              <a:off x="1505597" y="4208526"/>
              <a:ext cx="8032242" cy="426719"/>
            </a:xfrm>
            <a:prstGeom prst="rect">
              <a:avLst/>
            </a:prstGeom>
            <a:blipFill>
              <a:blip r:embed="rId3"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9" name="object 13"/>
            <p:cNvSpPr/>
            <p:nvPr/>
          </p:nvSpPr>
          <p:spPr>
            <a:xfrm>
              <a:off x="1446530" y="4149864"/>
              <a:ext cx="8148320" cy="485775"/>
            </a:xfrm>
            <a:custGeom>
              <a:avLst/>
              <a:gdLst/>
              <a:ahLst/>
              <a:cxnLst/>
              <a:rect l="l" t="t" r="r" b="b"/>
              <a:pathLst>
                <a:path w="8148320" h="485775">
                  <a:moveTo>
                    <a:pt x="8102600" y="45720"/>
                  </a:moveTo>
                  <a:lnTo>
                    <a:pt x="8091170" y="45720"/>
                  </a:lnTo>
                  <a:lnTo>
                    <a:pt x="57150" y="45720"/>
                  </a:lnTo>
                  <a:lnTo>
                    <a:pt x="45720" y="45720"/>
                  </a:lnTo>
                  <a:lnTo>
                    <a:pt x="45720" y="485394"/>
                  </a:lnTo>
                  <a:lnTo>
                    <a:pt x="57150" y="485394"/>
                  </a:lnTo>
                  <a:lnTo>
                    <a:pt x="57150" y="57150"/>
                  </a:lnTo>
                  <a:lnTo>
                    <a:pt x="8091170" y="57150"/>
                  </a:lnTo>
                  <a:lnTo>
                    <a:pt x="8091170" y="485394"/>
                  </a:lnTo>
                  <a:lnTo>
                    <a:pt x="8102600" y="485394"/>
                  </a:lnTo>
                  <a:lnTo>
                    <a:pt x="8102600" y="45720"/>
                  </a:lnTo>
                  <a:close/>
                </a:path>
                <a:path w="8148320" h="485775">
                  <a:moveTo>
                    <a:pt x="8148320" y="0"/>
                  </a:moveTo>
                  <a:lnTo>
                    <a:pt x="8114030" y="0"/>
                  </a:lnTo>
                  <a:lnTo>
                    <a:pt x="34290" y="0"/>
                  </a:lnTo>
                  <a:lnTo>
                    <a:pt x="0" y="0"/>
                  </a:lnTo>
                  <a:lnTo>
                    <a:pt x="0" y="485394"/>
                  </a:lnTo>
                  <a:lnTo>
                    <a:pt x="34290" y="485394"/>
                  </a:lnTo>
                  <a:lnTo>
                    <a:pt x="34290" y="34290"/>
                  </a:lnTo>
                  <a:lnTo>
                    <a:pt x="8114030" y="34290"/>
                  </a:lnTo>
                  <a:lnTo>
                    <a:pt x="8114030" y="485394"/>
                  </a:lnTo>
                  <a:lnTo>
                    <a:pt x="8148320" y="485394"/>
                  </a:lnTo>
                  <a:lnTo>
                    <a:pt x="814832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0" name="object 14"/>
            <p:cNvSpPr/>
            <p:nvPr/>
          </p:nvSpPr>
          <p:spPr>
            <a:xfrm>
              <a:off x="1505597" y="4635246"/>
              <a:ext cx="8032242" cy="857249"/>
            </a:xfrm>
            <a:prstGeom prst="rect">
              <a:avLst/>
            </a:prstGeom>
            <a:blipFill>
              <a:blip r:embed="rId4"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1" name="object 15"/>
            <p:cNvSpPr/>
            <p:nvPr/>
          </p:nvSpPr>
          <p:spPr>
            <a:xfrm>
              <a:off x="1446923" y="4635258"/>
              <a:ext cx="8148320" cy="906780"/>
            </a:xfrm>
            <a:custGeom>
              <a:avLst/>
              <a:gdLst/>
              <a:ahLst/>
              <a:cxnLst/>
              <a:rect l="l" t="t" r="r" b="b"/>
              <a:pathLst>
                <a:path w="8148320" h="906779">
                  <a:moveTo>
                    <a:pt x="34290" y="0"/>
                  </a:moveTo>
                  <a:lnTo>
                    <a:pt x="0" y="0"/>
                  </a:lnTo>
                  <a:lnTo>
                    <a:pt x="0" y="857250"/>
                  </a:lnTo>
                  <a:lnTo>
                    <a:pt x="34290" y="857250"/>
                  </a:lnTo>
                  <a:lnTo>
                    <a:pt x="34290" y="0"/>
                  </a:lnTo>
                  <a:close/>
                </a:path>
                <a:path w="8148320" h="906779">
                  <a:moveTo>
                    <a:pt x="57150" y="0"/>
                  </a:moveTo>
                  <a:lnTo>
                    <a:pt x="45326" y="0"/>
                  </a:lnTo>
                  <a:lnTo>
                    <a:pt x="45326" y="906780"/>
                  </a:lnTo>
                  <a:lnTo>
                    <a:pt x="57150" y="906780"/>
                  </a:lnTo>
                  <a:lnTo>
                    <a:pt x="57150" y="0"/>
                  </a:lnTo>
                  <a:close/>
                </a:path>
                <a:path w="8148320" h="906779">
                  <a:moveTo>
                    <a:pt x="8102346" y="0"/>
                  </a:moveTo>
                  <a:lnTo>
                    <a:pt x="8090776" y="0"/>
                  </a:lnTo>
                  <a:lnTo>
                    <a:pt x="8090776" y="906780"/>
                  </a:lnTo>
                  <a:lnTo>
                    <a:pt x="8102346" y="906780"/>
                  </a:lnTo>
                  <a:lnTo>
                    <a:pt x="8102346" y="0"/>
                  </a:lnTo>
                  <a:close/>
                </a:path>
                <a:path w="8148320" h="906779">
                  <a:moveTo>
                    <a:pt x="8148066" y="0"/>
                  </a:moveTo>
                  <a:lnTo>
                    <a:pt x="8113763" y="0"/>
                  </a:lnTo>
                  <a:lnTo>
                    <a:pt x="8113763" y="857250"/>
                  </a:lnTo>
                  <a:lnTo>
                    <a:pt x="8148066" y="857250"/>
                  </a:lnTo>
                  <a:lnTo>
                    <a:pt x="8148066"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2" name="object 16"/>
            <p:cNvSpPr/>
            <p:nvPr/>
          </p:nvSpPr>
          <p:spPr>
            <a:xfrm>
              <a:off x="1505597" y="5492496"/>
              <a:ext cx="8032242" cy="38100"/>
            </a:xfrm>
            <a:prstGeom prst="rect">
              <a:avLst/>
            </a:prstGeom>
            <a:blipFill>
              <a:blip r:embed="rId5"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3" name="object 17"/>
            <p:cNvSpPr/>
            <p:nvPr/>
          </p:nvSpPr>
          <p:spPr>
            <a:xfrm>
              <a:off x="1446530" y="5492508"/>
              <a:ext cx="8148320" cy="95250"/>
            </a:xfrm>
            <a:custGeom>
              <a:avLst/>
              <a:gdLst/>
              <a:ahLst/>
              <a:cxnLst/>
              <a:rect l="l" t="t" r="r" b="b"/>
              <a:pathLst>
                <a:path w="8148320" h="95250">
                  <a:moveTo>
                    <a:pt x="8091170" y="38100"/>
                  </a:moveTo>
                  <a:lnTo>
                    <a:pt x="57150" y="38100"/>
                  </a:lnTo>
                  <a:lnTo>
                    <a:pt x="57150" y="49530"/>
                  </a:lnTo>
                  <a:lnTo>
                    <a:pt x="8091170" y="49530"/>
                  </a:lnTo>
                  <a:lnTo>
                    <a:pt x="8091170" y="38100"/>
                  </a:lnTo>
                  <a:close/>
                </a:path>
                <a:path w="8148320" h="95250">
                  <a:moveTo>
                    <a:pt x="8148320" y="0"/>
                  </a:moveTo>
                  <a:lnTo>
                    <a:pt x="8114030" y="0"/>
                  </a:lnTo>
                  <a:lnTo>
                    <a:pt x="8114030" y="60960"/>
                  </a:lnTo>
                  <a:lnTo>
                    <a:pt x="34290" y="60960"/>
                  </a:lnTo>
                  <a:lnTo>
                    <a:pt x="34290" y="0"/>
                  </a:lnTo>
                  <a:lnTo>
                    <a:pt x="0" y="0"/>
                  </a:lnTo>
                  <a:lnTo>
                    <a:pt x="0" y="95250"/>
                  </a:lnTo>
                  <a:lnTo>
                    <a:pt x="34290" y="95250"/>
                  </a:lnTo>
                  <a:lnTo>
                    <a:pt x="8114030" y="95250"/>
                  </a:lnTo>
                  <a:lnTo>
                    <a:pt x="8148320" y="95250"/>
                  </a:lnTo>
                  <a:lnTo>
                    <a:pt x="814832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sp>
        <p:nvSpPr>
          <p:cNvPr id="3" name="TextBox 2"/>
          <p:cNvSpPr txBox="1"/>
          <p:nvPr/>
        </p:nvSpPr>
        <p:spPr>
          <a:xfrm>
            <a:off x="441699" y="5235519"/>
            <a:ext cx="4360937" cy="369332"/>
          </a:xfrm>
          <a:prstGeom prst="rect">
            <a:avLst/>
          </a:prstGeom>
          <a:noFill/>
        </p:spPr>
        <p:txBody>
          <a:bodyPr wrap="none" rtlCol="0">
            <a:spAutoFit/>
          </a:bodyPr>
          <a:lstStyle/>
          <a:p>
            <a:r>
              <a:rPr lang="en-IN" b="1" i="1" dirty="0">
                <a:latin typeface="Times New Roman" panose="02020603050405020304" pitchFamily="18" charset="0"/>
                <a:cs typeface="Times New Roman" panose="02020603050405020304" pitchFamily="18" charset="0"/>
              </a:rPr>
              <a:t>Method 2: AND(IP address, Network Mask)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3314" y="1204917"/>
            <a:ext cx="2112103" cy="503490"/>
          </a:xfrm>
          <a:prstGeom prst="rect">
            <a:avLst/>
          </a:prstGeom>
        </p:spPr>
        <p:txBody>
          <a:bodyPr vert="horz" wrap="square" lIns="0" tIns="10941" rIns="0" bIns="0" rtlCol="0" anchor="ctr">
            <a:spAutoFit/>
          </a:bodyPr>
          <a:lstStyle/>
          <a:p>
            <a:pPr marL="11430">
              <a:lnSpc>
                <a:spcPct val="100000"/>
              </a:lnSpc>
              <a:spcBef>
                <a:spcPts val="85"/>
              </a:spcBef>
            </a:pPr>
            <a:r>
              <a:rPr b="1" i="1" spc="-5" dirty="0">
                <a:latin typeface="Times New Roman" panose="02020603050405020304"/>
                <a:cs typeface="Times New Roman" panose="02020603050405020304"/>
              </a:rPr>
              <a:t>Example</a:t>
            </a:r>
          </a:p>
        </p:txBody>
      </p:sp>
      <p:sp>
        <p:nvSpPr>
          <p:cNvPr id="8" name="object 8"/>
          <p:cNvSpPr txBox="1"/>
          <p:nvPr/>
        </p:nvSpPr>
        <p:spPr>
          <a:xfrm>
            <a:off x="1443149" y="1927108"/>
            <a:ext cx="8087054" cy="319405"/>
          </a:xfrm>
          <a:prstGeom prst="rect">
            <a:avLst/>
          </a:prstGeom>
        </p:spPr>
        <p:txBody>
          <a:bodyPr vert="horz" wrap="square" lIns="0" tIns="11516" rIns="0" bIns="0" rtlCol="0">
            <a:spAutoFit/>
          </a:bodyPr>
          <a:lstStyle/>
          <a:p>
            <a:pPr marL="11430" marR="0" lvl="0" indent="0" algn="l" defTabSz="457200" rtl="0" eaLnBrk="1" fontAlgn="auto" latinLnBrk="0" hangingPunct="1">
              <a:lnSpc>
                <a:spcPct val="100000"/>
              </a:lnSpc>
              <a:buClrTx/>
              <a:buSzTx/>
              <a:buFontTx/>
              <a:buNone/>
              <a:defRPr/>
            </a:pPr>
            <a:r>
              <a:rPr kumimoji="0" lang="en-IN"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2.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Find the last address for the block</a:t>
            </a:r>
            <a:endParaRPr kumimoji="0" sz="263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3314" y="1204917"/>
            <a:ext cx="2112103" cy="503490"/>
          </a:xfrm>
          <a:prstGeom prst="rect">
            <a:avLst/>
          </a:prstGeom>
        </p:spPr>
        <p:txBody>
          <a:bodyPr vert="horz" wrap="square" lIns="0" tIns="10941" rIns="0" bIns="0" rtlCol="0" anchor="ctr">
            <a:spAutoFit/>
          </a:bodyPr>
          <a:lstStyle/>
          <a:p>
            <a:pPr marL="11430">
              <a:lnSpc>
                <a:spcPct val="100000"/>
              </a:lnSpc>
              <a:spcBef>
                <a:spcPts val="85"/>
              </a:spcBef>
            </a:pPr>
            <a:r>
              <a:rPr lang="en-IN" b="1" i="1" spc="-5" dirty="0">
                <a:latin typeface="Times New Roman" panose="02020603050405020304"/>
                <a:cs typeface="Times New Roman" panose="02020603050405020304"/>
              </a:rPr>
              <a:t>Solution</a:t>
            </a:r>
            <a:endParaRPr b="1" i="1" spc="-5" dirty="0">
              <a:latin typeface="Times New Roman" panose="02020603050405020304"/>
              <a:cs typeface="Times New Roman" panose="02020603050405020304"/>
            </a:endParaRPr>
          </a:p>
        </p:txBody>
      </p:sp>
      <p:sp>
        <p:nvSpPr>
          <p:cNvPr id="8" name="object 8"/>
          <p:cNvSpPr txBox="1"/>
          <p:nvPr/>
        </p:nvSpPr>
        <p:spPr>
          <a:xfrm>
            <a:off x="231386" y="1930731"/>
            <a:ext cx="11274814" cy="2464479"/>
          </a:xfrm>
          <a:prstGeom prst="rect">
            <a:avLst/>
          </a:prstGeom>
        </p:spPr>
        <p:txBody>
          <a:bodyPr vert="horz" wrap="square" lIns="0" tIns="11516" rIns="0" bIns="0" rtlCol="0">
            <a:spAutoFit/>
          </a:bodyPr>
          <a:lstStyle/>
          <a:p>
            <a:pPr marL="11430" marR="0" lvl="0" indent="0" algn="l" defTabSz="457200" rtl="0" eaLnBrk="1" fontAlgn="auto" latinLnBrk="0" hangingPunct="1">
              <a:lnSpc>
                <a:spcPct val="100000"/>
              </a:lnSpc>
              <a:buClrTx/>
              <a:buSzTx/>
              <a:buFontTx/>
              <a:buNone/>
              <a:defRPr/>
            </a:pP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Find the last address for the block</a:t>
            </a:r>
            <a:r>
              <a:rPr kumimoji="0" lang="en-IN"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a:t>
            </a:r>
          </a:p>
          <a:p>
            <a:pPr marL="11430" marR="0" lvl="0" indent="0" algn="l" defTabSz="457200" rtl="0" eaLnBrk="1" fontAlgn="auto" latinLnBrk="0" hangingPunct="1">
              <a:lnSpc>
                <a:spcPct val="100000"/>
              </a:lnSpc>
              <a:buClrTx/>
              <a:buSzTx/>
              <a:buFontTx/>
              <a:buNone/>
              <a:defRPr/>
            </a:pPr>
            <a:endParaRPr kumimoji="0" lang="en-IN" sz="140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endParaRPr>
          </a:p>
          <a:p>
            <a:pPr marL="11430" marR="0" lvl="0" indent="0" algn="l" defTabSz="457200" rtl="0" eaLnBrk="1" fontAlgn="auto" latinLnBrk="0" hangingPunct="1">
              <a:lnSpc>
                <a:spcPct val="100000"/>
              </a:lnSpc>
              <a:buClrTx/>
              <a:buSzTx/>
              <a:buFontTx/>
              <a:buNone/>
              <a:defRPr/>
            </a:pPr>
            <a:r>
              <a:rPr kumimoji="0" sz="254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Solution</a:t>
            </a:r>
            <a:endParaRPr kumimoji="0" sz="254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836930" marR="4445" lvl="0" indent="-826135" algn="l" defTabSz="457200" rtl="0" eaLnBrk="1" fontAlgn="auto" latinLnBrk="0" hangingPunct="1">
              <a:lnSpc>
                <a:spcPct val="100000"/>
              </a:lnSpc>
              <a:spcBef>
                <a:spcPts val="0"/>
              </a:spcBef>
              <a:spcAft>
                <a:spcPts val="0"/>
              </a:spcAft>
              <a:buClrTx/>
              <a:buSzTx/>
              <a:buFontTx/>
              <a:buNone/>
              <a:tabLst>
                <a:tab pos="2413000" algn="l"/>
                <a:tab pos="4023995" algn="l"/>
                <a:tab pos="5636260" algn="l"/>
              </a:tabLst>
              <a:defRPr/>
            </a:pPr>
            <a:r>
              <a:rPr kumimoji="0" sz="200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The binary representation </a:t>
            </a:r>
            <a:r>
              <a:rPr kumimoji="0" sz="200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of the </a:t>
            </a:r>
            <a:r>
              <a:rPr kumimoji="0" sz="200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given address </a:t>
            </a:r>
            <a:r>
              <a:rPr kumimoji="0" sz="200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is  </a:t>
            </a:r>
            <a:endParaRPr kumimoji="0" lang="en-IN" sz="200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836930" marR="4445" lvl="0" indent="-826135" algn="l" defTabSz="457200" rtl="0" eaLnBrk="1" fontAlgn="auto" latinLnBrk="0" hangingPunct="1">
              <a:lnSpc>
                <a:spcPct val="100000"/>
              </a:lnSpc>
              <a:spcBef>
                <a:spcPts val="0"/>
              </a:spcBef>
              <a:spcAft>
                <a:spcPts val="0"/>
              </a:spcAft>
              <a:buClrTx/>
              <a:buSzTx/>
              <a:buFontTx/>
              <a:buNone/>
              <a:tabLst>
                <a:tab pos="2413000" algn="l"/>
                <a:tab pos="4023995" algn="l"/>
                <a:tab pos="5636260" algn="l"/>
              </a:tabLst>
              <a:defRPr/>
            </a:pPr>
            <a:r>
              <a:rPr lang="en-IN" sz="2000" i="1" dirty="0">
                <a:solidFill>
                  <a:prstClr val="black"/>
                </a:solidFill>
                <a:latin typeface="Times New Roman" panose="02020603050405020304"/>
                <a:cs typeface="Times New Roman" panose="02020603050405020304"/>
              </a:rPr>
              <a:t>                   </a:t>
            </a:r>
            <a:r>
              <a:rPr kumimoji="0" sz="2000"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1</a:t>
            </a:r>
            <a:r>
              <a:rPr kumimoji="0"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100</a:t>
            </a:r>
            <a:r>
              <a:rPr kumimoji="0" sz="2000"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1</a:t>
            </a:r>
            <a:r>
              <a:rPr kumimoji="0"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101</a:t>
            </a:r>
            <a:r>
              <a:rPr lang="en-IN" sz="2000" dirty="0">
                <a:solidFill>
                  <a:srgbClr val="3333CC"/>
                </a:solidFill>
                <a:latin typeface="Times New Roman" panose="02020603050405020304"/>
                <a:cs typeface="Times New Roman" panose="02020603050405020304"/>
              </a:rPr>
              <a:t>    </a:t>
            </a:r>
            <a:r>
              <a:rPr kumimoji="0"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00010000</a:t>
            </a:r>
            <a:r>
              <a:rPr lang="en-IN" sz="2000" dirty="0">
                <a:solidFill>
                  <a:srgbClr val="3333CC"/>
                </a:solidFill>
                <a:latin typeface="Times New Roman" panose="02020603050405020304"/>
                <a:cs typeface="Times New Roman" panose="02020603050405020304"/>
              </a:rPr>
              <a:t>    </a:t>
            </a:r>
            <a:r>
              <a:rPr kumimoji="0"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00100101</a:t>
            </a:r>
            <a:r>
              <a:rPr lang="en-IN" sz="2000" dirty="0">
                <a:solidFill>
                  <a:srgbClr val="3333CC"/>
                </a:solidFill>
                <a:latin typeface="Times New Roman" panose="02020603050405020304"/>
                <a:cs typeface="Times New Roman" panose="02020603050405020304"/>
              </a:rPr>
              <a:t>    </a:t>
            </a:r>
            <a:r>
              <a:rPr kumimoji="0"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00100</a:t>
            </a:r>
            <a:r>
              <a:rPr kumimoji="0" sz="2000" u="none" strike="noStrike" kern="1200" cap="none" spc="-141" normalizeH="0" baseline="0" noProof="0" dirty="0">
                <a:ln>
                  <a:noFill/>
                </a:ln>
                <a:solidFill>
                  <a:srgbClr val="3333CC"/>
                </a:solidFill>
                <a:effectLst/>
                <a:uLnTx/>
                <a:uFillTx/>
                <a:latin typeface="Times New Roman" panose="02020603050405020304"/>
                <a:cs typeface="Times New Roman" panose="02020603050405020304"/>
              </a:rPr>
              <a:t>1</a:t>
            </a:r>
            <a:r>
              <a:rPr kumimoji="0" sz="2000" u="none" strike="noStrike" kern="1200" cap="none" spc="-145" normalizeH="0" baseline="0" noProof="0" dirty="0">
                <a:ln>
                  <a:noFill/>
                </a:ln>
                <a:solidFill>
                  <a:srgbClr val="3333CC"/>
                </a:solidFill>
                <a:effectLst/>
                <a:uLnTx/>
                <a:uFillTx/>
                <a:latin typeface="Times New Roman" panose="02020603050405020304"/>
                <a:cs typeface="Times New Roman" panose="02020603050405020304"/>
              </a:rPr>
              <a:t>1</a:t>
            </a:r>
            <a:r>
              <a:rPr kumimoji="0"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1</a:t>
            </a:r>
            <a:endParaRPr kumimoji="0" lang="en-IN"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endParaRPr>
          </a:p>
          <a:p>
            <a:pPr marL="836930" marR="4445" lvl="0" indent="-826135" algn="l" defTabSz="457200" rtl="0" eaLnBrk="1" fontAlgn="auto" latinLnBrk="0" hangingPunct="1">
              <a:lnSpc>
                <a:spcPct val="100000"/>
              </a:lnSpc>
              <a:spcBef>
                <a:spcPts val="0"/>
              </a:spcBef>
              <a:spcAft>
                <a:spcPts val="0"/>
              </a:spcAft>
              <a:buClrTx/>
              <a:buSzTx/>
              <a:buFontTx/>
              <a:buNone/>
              <a:tabLst>
                <a:tab pos="2413000" algn="l"/>
                <a:tab pos="4023995" algn="l"/>
                <a:tab pos="5636260" algn="l"/>
              </a:tabLst>
              <a:defRPr/>
            </a:pPr>
            <a:endParaRPr kumimoji="0" sz="2000" b="0" u="none" strike="noStrike" kern="1200" cap="none" spc="0" normalizeH="0" baseline="0" noProof="0" dirty="0">
              <a:ln>
                <a:noFill/>
              </a:ln>
              <a:solidFill>
                <a:prstClr val="black"/>
              </a:solidFill>
              <a:effectLst/>
              <a:uLnTx/>
              <a:uFillTx/>
              <a:latin typeface="Times New Roman" panose="02020603050405020304"/>
              <a:cs typeface="Times New Roman" panose="02020603050405020304"/>
            </a:endParaRPr>
          </a:p>
          <a:p>
            <a:pPr marL="1208405" marR="391160" lvl="0" indent="-1197610" defTabSz="457200" rtl="0" eaLnBrk="1" fontAlgn="auto" latinLnBrk="0" hangingPunct="1">
              <a:lnSpc>
                <a:spcPct val="100000"/>
              </a:lnSpc>
              <a:spcBef>
                <a:spcPts val="0"/>
              </a:spcBef>
              <a:spcAft>
                <a:spcPts val="0"/>
              </a:spcAft>
              <a:buClrTx/>
              <a:buSzTx/>
              <a:buFontTx/>
              <a:buNone/>
              <a:defRPr/>
            </a:pPr>
            <a:r>
              <a:rPr kumimoji="0" lang="en-IN"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Method 1: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If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we set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32 − 28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rightmost </a:t>
            </a:r>
            <a:r>
              <a:rPr kumimoji="0"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bits to 1, </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we get </a:t>
            </a:r>
            <a:r>
              <a:rPr kumimoji="0" lang="en-IN"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the last address.</a:t>
            </a:r>
            <a:r>
              <a:rPr kumimoji="0"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 </a:t>
            </a:r>
            <a:endParaRPr kumimoji="0" lang="en-IN"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endParaRPr>
          </a:p>
          <a:p>
            <a:pPr marL="1208405" marR="391160" lvl="0" indent="-1197610" algn="l" defTabSz="457200" rtl="0" eaLnBrk="1" fontAlgn="auto" latinLnBrk="0" hangingPunct="1">
              <a:lnSpc>
                <a:spcPct val="100000"/>
              </a:lnSpc>
              <a:spcBef>
                <a:spcPts val="0"/>
              </a:spcBef>
              <a:spcAft>
                <a:spcPts val="0"/>
              </a:spcAft>
              <a:buClrTx/>
              <a:buSzTx/>
              <a:buFontTx/>
              <a:buNone/>
              <a:defRPr/>
            </a:pPr>
            <a:r>
              <a:rPr lang="en-IN" sz="2000" b="1" i="1" spc="-5" dirty="0">
                <a:solidFill>
                  <a:prstClr val="black"/>
                </a:solidFill>
                <a:latin typeface="Times New Roman" panose="02020603050405020304"/>
                <a:cs typeface="Times New Roman" panose="02020603050405020304"/>
              </a:rPr>
              <a:t>                   </a:t>
            </a:r>
            <a:r>
              <a:rPr kumimoji="0" sz="2000" u="none" strike="noStrike" kern="1200" cap="none" spc="-36" normalizeH="0" baseline="0" noProof="0" dirty="0">
                <a:ln>
                  <a:noFill/>
                </a:ln>
                <a:solidFill>
                  <a:srgbClr val="3333CC"/>
                </a:solidFill>
                <a:effectLst/>
                <a:uLnTx/>
                <a:uFillTx/>
                <a:latin typeface="Times New Roman" panose="02020603050405020304"/>
                <a:cs typeface="Times New Roman" panose="02020603050405020304"/>
              </a:rPr>
              <a:t>11001101</a:t>
            </a:r>
            <a:r>
              <a:rPr kumimoji="0" lang="en-IN" sz="2000" u="none" strike="noStrike" kern="1200" cap="none" spc="-36" normalizeH="0" noProof="0" dirty="0">
                <a:ln>
                  <a:noFill/>
                </a:ln>
                <a:solidFill>
                  <a:srgbClr val="3333CC"/>
                </a:solidFill>
                <a:effectLst/>
                <a:uLnTx/>
                <a:uFillTx/>
                <a:latin typeface="Times New Roman" panose="02020603050405020304"/>
                <a:cs typeface="Times New Roman" panose="02020603050405020304"/>
              </a:rPr>
              <a:t>    </a:t>
            </a:r>
            <a:r>
              <a:rPr kumimoji="0"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00010000</a:t>
            </a:r>
            <a:r>
              <a:rPr kumimoji="0" lang="en-IN" sz="2000" u="none" strike="noStrike" kern="1200" cap="none" spc="0" normalizeH="0" noProof="0" dirty="0">
                <a:ln>
                  <a:noFill/>
                </a:ln>
                <a:solidFill>
                  <a:srgbClr val="3333CC"/>
                </a:solidFill>
                <a:effectLst/>
                <a:uLnTx/>
                <a:uFillTx/>
                <a:latin typeface="Times New Roman" panose="02020603050405020304"/>
                <a:cs typeface="Times New Roman" panose="02020603050405020304"/>
              </a:rPr>
              <a:t>    </a:t>
            </a:r>
            <a:r>
              <a:rPr kumimoji="0" sz="2000" u="none" strike="noStrike" kern="1200" cap="none" spc="0" normalizeH="0" baseline="0" noProof="0" dirty="0">
                <a:ln>
                  <a:noFill/>
                </a:ln>
                <a:solidFill>
                  <a:srgbClr val="3333CC"/>
                </a:solidFill>
                <a:effectLst/>
                <a:uLnTx/>
                <a:uFillTx/>
                <a:latin typeface="Times New Roman" panose="02020603050405020304"/>
                <a:cs typeface="Times New Roman" panose="02020603050405020304"/>
              </a:rPr>
              <a:t>00100101</a:t>
            </a:r>
            <a:r>
              <a:rPr lang="en-IN" sz="2000" spc="-68" dirty="0">
                <a:solidFill>
                  <a:srgbClr val="3333CC"/>
                </a:solidFill>
                <a:latin typeface="Times New Roman" panose="02020603050405020304"/>
                <a:cs typeface="Times New Roman" panose="02020603050405020304"/>
              </a:rPr>
              <a:t>    </a:t>
            </a:r>
            <a:r>
              <a:rPr kumimoji="0" sz="2000" u="none" strike="noStrike" kern="1200" cap="none" spc="-73" normalizeH="0" baseline="0" noProof="0" dirty="0">
                <a:ln>
                  <a:noFill/>
                </a:ln>
                <a:solidFill>
                  <a:srgbClr val="3333CC"/>
                </a:solidFill>
                <a:effectLst/>
                <a:uLnTx/>
                <a:uFillTx/>
                <a:latin typeface="Times New Roman" panose="02020603050405020304"/>
                <a:cs typeface="Times New Roman" panose="02020603050405020304"/>
              </a:rPr>
              <a:t>00101111</a:t>
            </a:r>
            <a:r>
              <a:rPr kumimoji="0" lang="en-IN" sz="2000" u="none" strike="noStrike" kern="1200" cap="none" spc="-73" normalizeH="0" baseline="0" noProof="0" dirty="0">
                <a:ln>
                  <a:noFill/>
                </a:ln>
                <a:solidFill>
                  <a:srgbClr val="3333CC"/>
                </a:solidFill>
                <a:effectLst/>
                <a:uLnTx/>
                <a:uFillTx/>
                <a:latin typeface="Times New Roman" panose="02020603050405020304"/>
                <a:cs typeface="Times New Roman" panose="02020603050405020304"/>
              </a:rPr>
              <a:t>           </a:t>
            </a:r>
            <a:r>
              <a:rPr kumimoji="0" lang="en-IN" sz="2000" i="1" u="none" strike="noStrike" kern="1200" cap="none" spc="0" normalizeH="0" noProof="0" dirty="0">
                <a:ln>
                  <a:noFill/>
                </a:ln>
                <a:solidFill>
                  <a:prstClr val="black"/>
                </a:solidFill>
                <a:effectLst/>
                <a:uLnTx/>
                <a:uFillTx/>
                <a:latin typeface="Times New Roman" panose="02020603050405020304"/>
                <a:ea typeface="+mn-ea"/>
                <a:cs typeface="Times New Roman" panose="02020603050405020304"/>
              </a:rPr>
              <a:t>o</a:t>
            </a:r>
            <a:r>
              <a:rPr kumimoji="0" sz="200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r</a:t>
            </a:r>
            <a:r>
              <a:rPr kumimoji="0" lang="en-IN" sz="200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lang="en-IN" sz="2000" i="1" u="none" strike="noStrike" kern="1200" cap="none" spc="0" normalizeH="0" noProof="0" dirty="0">
                <a:ln>
                  <a:noFill/>
                </a:ln>
                <a:solidFill>
                  <a:prstClr val="black"/>
                </a:solidFill>
                <a:effectLst/>
                <a:uLnTx/>
                <a:uFillTx/>
                <a:latin typeface="Times New Roman" panose="02020603050405020304"/>
                <a:ea typeface="+mn-ea"/>
                <a:cs typeface="Times New Roman" panose="02020603050405020304"/>
              </a:rPr>
              <a:t> </a:t>
            </a:r>
            <a:r>
              <a:rPr kumimoji="0" sz="2000" i="1" u="none" strike="noStrike" kern="1200" cap="none" spc="0" normalizeH="0" baseline="0" noProof="0" dirty="0">
                <a:ln>
                  <a:noFill/>
                </a:ln>
                <a:solidFill>
                  <a:srgbClr val="3333CC"/>
                </a:solidFill>
                <a:effectLst/>
                <a:uLnTx/>
                <a:uFillTx/>
                <a:latin typeface="Times New Roman" panose="02020603050405020304"/>
                <a:ea typeface="+mn-ea"/>
                <a:cs typeface="Times New Roman" panose="02020603050405020304"/>
              </a:rPr>
              <a:t>205.16.37.47</a:t>
            </a:r>
            <a:endParaRPr kumimoji="0" sz="200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
        <p:nvSpPr>
          <p:cNvPr id="4" name="object 4"/>
          <p:cNvSpPr/>
          <p:nvPr/>
        </p:nvSpPr>
        <p:spPr>
          <a:xfrm>
            <a:off x="6641335" y="5114594"/>
            <a:ext cx="5284763" cy="1803692"/>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nvGrpSpPr>
          <p:cNvPr id="5" name="object 9"/>
          <p:cNvGrpSpPr/>
          <p:nvPr/>
        </p:nvGrpSpPr>
        <p:grpSpPr>
          <a:xfrm>
            <a:off x="231386" y="5698462"/>
            <a:ext cx="5242711" cy="1097103"/>
            <a:chOff x="946150" y="4378452"/>
            <a:chExt cx="8817610" cy="1438275"/>
          </a:xfrm>
        </p:grpSpPr>
        <p:sp>
          <p:nvSpPr>
            <p:cNvPr id="6" name="object 10"/>
            <p:cNvSpPr/>
            <p:nvPr/>
          </p:nvSpPr>
          <p:spPr>
            <a:xfrm>
              <a:off x="946150" y="4378464"/>
              <a:ext cx="8817610" cy="257175"/>
            </a:xfrm>
            <a:custGeom>
              <a:avLst/>
              <a:gdLst/>
              <a:ahLst/>
              <a:cxnLst/>
              <a:rect l="l" t="t" r="r" b="b"/>
              <a:pathLst>
                <a:path w="8817610" h="257175">
                  <a:moveTo>
                    <a:pt x="8771890" y="45720"/>
                  </a:moveTo>
                  <a:lnTo>
                    <a:pt x="8760460" y="45720"/>
                  </a:lnTo>
                  <a:lnTo>
                    <a:pt x="57150" y="45720"/>
                  </a:lnTo>
                  <a:lnTo>
                    <a:pt x="45720" y="45720"/>
                  </a:lnTo>
                  <a:lnTo>
                    <a:pt x="45720" y="256794"/>
                  </a:lnTo>
                  <a:lnTo>
                    <a:pt x="57150" y="256794"/>
                  </a:lnTo>
                  <a:lnTo>
                    <a:pt x="57150" y="57150"/>
                  </a:lnTo>
                  <a:lnTo>
                    <a:pt x="8760460" y="57150"/>
                  </a:lnTo>
                  <a:lnTo>
                    <a:pt x="8760460" y="256794"/>
                  </a:lnTo>
                  <a:lnTo>
                    <a:pt x="8771890" y="256794"/>
                  </a:lnTo>
                  <a:lnTo>
                    <a:pt x="8771890" y="45720"/>
                  </a:lnTo>
                  <a:close/>
                </a:path>
                <a:path w="8817610" h="257175">
                  <a:moveTo>
                    <a:pt x="8817610" y="0"/>
                  </a:moveTo>
                  <a:lnTo>
                    <a:pt x="8783320" y="0"/>
                  </a:lnTo>
                  <a:lnTo>
                    <a:pt x="34290" y="0"/>
                  </a:lnTo>
                  <a:lnTo>
                    <a:pt x="0" y="0"/>
                  </a:lnTo>
                  <a:lnTo>
                    <a:pt x="0" y="256794"/>
                  </a:lnTo>
                  <a:lnTo>
                    <a:pt x="34290" y="256794"/>
                  </a:lnTo>
                  <a:lnTo>
                    <a:pt x="34290" y="34290"/>
                  </a:lnTo>
                  <a:lnTo>
                    <a:pt x="8783320" y="34290"/>
                  </a:lnTo>
                  <a:lnTo>
                    <a:pt x="8783320" y="256794"/>
                  </a:lnTo>
                  <a:lnTo>
                    <a:pt x="8817610" y="256794"/>
                  </a:lnTo>
                  <a:lnTo>
                    <a:pt x="881761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7" name="object 11"/>
            <p:cNvSpPr/>
            <p:nvPr/>
          </p:nvSpPr>
          <p:spPr>
            <a:xfrm>
              <a:off x="1004201" y="4437888"/>
              <a:ext cx="8702040" cy="1054608"/>
            </a:xfrm>
            <a:prstGeom prst="rect">
              <a:avLst/>
            </a:prstGeom>
            <a:blipFill>
              <a:blip r:embed="rId3"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9" name="object 12"/>
            <p:cNvSpPr/>
            <p:nvPr/>
          </p:nvSpPr>
          <p:spPr>
            <a:xfrm>
              <a:off x="946289" y="4635258"/>
              <a:ext cx="8817610" cy="857250"/>
            </a:xfrm>
            <a:custGeom>
              <a:avLst/>
              <a:gdLst/>
              <a:ahLst/>
              <a:cxnLst/>
              <a:rect l="l" t="t" r="r" b="b"/>
              <a:pathLst>
                <a:path w="8817610" h="857250">
                  <a:moveTo>
                    <a:pt x="34290" y="0"/>
                  </a:moveTo>
                  <a:lnTo>
                    <a:pt x="0" y="0"/>
                  </a:lnTo>
                  <a:lnTo>
                    <a:pt x="0" y="857250"/>
                  </a:lnTo>
                  <a:lnTo>
                    <a:pt x="34290" y="857250"/>
                  </a:lnTo>
                  <a:lnTo>
                    <a:pt x="34290" y="0"/>
                  </a:lnTo>
                  <a:close/>
                </a:path>
                <a:path w="8817610" h="857250">
                  <a:moveTo>
                    <a:pt x="57150" y="0"/>
                  </a:moveTo>
                  <a:lnTo>
                    <a:pt x="45720" y="0"/>
                  </a:lnTo>
                  <a:lnTo>
                    <a:pt x="45720" y="857250"/>
                  </a:lnTo>
                  <a:lnTo>
                    <a:pt x="57150" y="857250"/>
                  </a:lnTo>
                  <a:lnTo>
                    <a:pt x="57150" y="0"/>
                  </a:lnTo>
                  <a:close/>
                </a:path>
                <a:path w="8817610" h="857250">
                  <a:moveTo>
                    <a:pt x="8771369" y="0"/>
                  </a:moveTo>
                  <a:lnTo>
                    <a:pt x="8759952" y="0"/>
                  </a:lnTo>
                  <a:lnTo>
                    <a:pt x="8759952" y="857250"/>
                  </a:lnTo>
                  <a:lnTo>
                    <a:pt x="8771369" y="857250"/>
                  </a:lnTo>
                  <a:lnTo>
                    <a:pt x="8771369" y="0"/>
                  </a:lnTo>
                  <a:close/>
                </a:path>
                <a:path w="8817610" h="857250">
                  <a:moveTo>
                    <a:pt x="8817102" y="0"/>
                  </a:moveTo>
                  <a:lnTo>
                    <a:pt x="8782799" y="0"/>
                  </a:lnTo>
                  <a:lnTo>
                    <a:pt x="8782799" y="857250"/>
                  </a:lnTo>
                  <a:lnTo>
                    <a:pt x="8817102" y="857250"/>
                  </a:lnTo>
                  <a:lnTo>
                    <a:pt x="8817102"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0" name="object 13"/>
            <p:cNvSpPr/>
            <p:nvPr/>
          </p:nvSpPr>
          <p:spPr>
            <a:xfrm>
              <a:off x="1004201" y="5492496"/>
              <a:ext cx="8702040" cy="266700"/>
            </a:xfrm>
            <a:prstGeom prst="rect">
              <a:avLst/>
            </a:prstGeom>
            <a:blipFill>
              <a:blip r:embed="rId4"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1" name="object 14"/>
            <p:cNvSpPr/>
            <p:nvPr/>
          </p:nvSpPr>
          <p:spPr>
            <a:xfrm>
              <a:off x="946150" y="5492508"/>
              <a:ext cx="8817610" cy="323850"/>
            </a:xfrm>
            <a:custGeom>
              <a:avLst/>
              <a:gdLst/>
              <a:ahLst/>
              <a:cxnLst/>
              <a:rect l="l" t="t" r="r" b="b"/>
              <a:pathLst>
                <a:path w="8817610" h="323850">
                  <a:moveTo>
                    <a:pt x="8771890" y="0"/>
                  </a:moveTo>
                  <a:lnTo>
                    <a:pt x="8760460" y="0"/>
                  </a:lnTo>
                  <a:lnTo>
                    <a:pt x="8760460" y="266700"/>
                  </a:lnTo>
                  <a:lnTo>
                    <a:pt x="57150" y="266700"/>
                  </a:lnTo>
                  <a:lnTo>
                    <a:pt x="57150" y="0"/>
                  </a:lnTo>
                  <a:lnTo>
                    <a:pt x="45720" y="0"/>
                  </a:lnTo>
                  <a:lnTo>
                    <a:pt x="45720" y="278130"/>
                  </a:lnTo>
                  <a:lnTo>
                    <a:pt x="57150" y="278130"/>
                  </a:lnTo>
                  <a:lnTo>
                    <a:pt x="8760460" y="278130"/>
                  </a:lnTo>
                  <a:lnTo>
                    <a:pt x="8771890" y="278130"/>
                  </a:lnTo>
                  <a:lnTo>
                    <a:pt x="8771890" y="0"/>
                  </a:lnTo>
                  <a:close/>
                </a:path>
                <a:path w="8817610" h="323850">
                  <a:moveTo>
                    <a:pt x="8817610" y="0"/>
                  </a:moveTo>
                  <a:lnTo>
                    <a:pt x="8783320" y="0"/>
                  </a:lnTo>
                  <a:lnTo>
                    <a:pt x="8783320" y="289560"/>
                  </a:lnTo>
                  <a:lnTo>
                    <a:pt x="34290" y="289560"/>
                  </a:lnTo>
                  <a:lnTo>
                    <a:pt x="34290" y="0"/>
                  </a:lnTo>
                  <a:lnTo>
                    <a:pt x="0" y="0"/>
                  </a:lnTo>
                  <a:lnTo>
                    <a:pt x="0" y="323850"/>
                  </a:lnTo>
                  <a:lnTo>
                    <a:pt x="34290" y="323850"/>
                  </a:lnTo>
                  <a:lnTo>
                    <a:pt x="8783320" y="323850"/>
                  </a:lnTo>
                  <a:lnTo>
                    <a:pt x="8817610" y="323850"/>
                  </a:lnTo>
                  <a:lnTo>
                    <a:pt x="881761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sp>
        <p:nvSpPr>
          <p:cNvPr id="3" name="TextBox 2"/>
          <p:cNvSpPr txBox="1"/>
          <p:nvPr/>
        </p:nvSpPr>
        <p:spPr>
          <a:xfrm>
            <a:off x="119873" y="5100302"/>
            <a:ext cx="4850430" cy="369332"/>
          </a:xfrm>
          <a:prstGeom prst="rect">
            <a:avLst/>
          </a:prstGeom>
          <a:noFill/>
        </p:spPr>
        <p:txBody>
          <a:bodyPr wrap="none" rtlCol="0">
            <a:spAutoFit/>
          </a:bodyPr>
          <a:lstStyle/>
          <a:p>
            <a:r>
              <a:rPr lang="en-IN" b="1" i="1" dirty="0">
                <a:latin typeface="Times New Roman" panose="02020603050405020304" pitchFamily="18" charset="0"/>
                <a:cs typeface="Times New Roman" panose="02020603050405020304" pitchFamily="18" charset="0"/>
              </a:rPr>
              <a:t>Method 2: OR(IP address, Complement of Mask)</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1451579" y="1834659"/>
            <a:ext cx="8387745" cy="1253572"/>
          </a:xfrm>
          <a:prstGeom prst="rect">
            <a:avLst/>
          </a:prstGeom>
        </p:spPr>
        <p:txBody>
          <a:bodyPr vert="horz" wrap="square" lIns="0" tIns="11516" rIns="0" bIns="0" rtlCol="0">
            <a:spAutoFit/>
          </a:bodyPr>
          <a:lstStyle/>
          <a:p>
            <a:pPr marL="11430" marR="0" lvl="0" indent="0" algn="l" defTabSz="457200" rtl="0" eaLnBrk="1" fontAlgn="auto" latinLnBrk="0" hangingPunct="1">
              <a:lnSpc>
                <a:spcPct val="100000"/>
              </a:lnSpc>
              <a:spcBef>
                <a:spcPts val="90"/>
              </a:spcBef>
              <a:spcAft>
                <a:spcPts val="0"/>
              </a:spcAft>
              <a:buClrTx/>
              <a:buSzTx/>
              <a:buFontTx/>
              <a:buNone/>
              <a:defRPr/>
            </a:pPr>
            <a:r>
              <a:rPr kumimoji="0" lang="en-IN" sz="254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3. </a:t>
            </a:r>
            <a:r>
              <a:rPr kumimoji="0" sz="254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Find the number of addresses in </a:t>
            </a:r>
            <a:r>
              <a:rPr kumimoji="0" lang="en-IN" sz="254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the given </a:t>
            </a:r>
            <a:r>
              <a:rPr kumimoji="0" sz="254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Example.</a:t>
            </a:r>
            <a:endParaRPr kumimoji="0" sz="254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0" marR="0" lvl="0" indent="0" algn="l" defTabSz="457200" rtl="0" eaLnBrk="1" fontAlgn="auto" latinLnBrk="0" hangingPunct="1">
              <a:lnSpc>
                <a:spcPct val="100000"/>
              </a:lnSpc>
              <a:spcBef>
                <a:spcPts val="40"/>
              </a:spcBef>
              <a:spcAft>
                <a:spcPts val="0"/>
              </a:spcAft>
              <a:buClrTx/>
              <a:buSzTx/>
              <a:buFontTx/>
              <a:buNone/>
              <a:defRPr/>
            </a:pPr>
            <a:endParaRPr kumimoji="0" sz="299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11430" marR="0" lvl="0" indent="0" algn="l" defTabSz="457200" rtl="0" eaLnBrk="1" fontAlgn="auto" latinLnBrk="0" hangingPunct="1">
              <a:lnSpc>
                <a:spcPct val="100000"/>
              </a:lnSpc>
              <a:spcBef>
                <a:spcPts val="0"/>
              </a:spcBef>
              <a:spcAft>
                <a:spcPts val="0"/>
              </a:spcAft>
              <a:buClrTx/>
              <a:buSzTx/>
              <a:buFontTx/>
              <a:buNone/>
              <a:defRPr/>
            </a:pPr>
            <a:r>
              <a:rPr kumimoji="0" sz="254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Solution</a:t>
            </a:r>
            <a:endParaRPr kumimoji="0" sz="254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
        <p:nvSpPr>
          <p:cNvPr id="15" name="Title 14"/>
          <p:cNvSpPr>
            <a:spLocks noGrp="1"/>
          </p:cNvSpPr>
          <p:nvPr>
            <p:ph type="title"/>
          </p:nvPr>
        </p:nvSpPr>
        <p:spPr/>
        <p:txBody>
          <a:bodyPr/>
          <a:lstStyle/>
          <a:p>
            <a:r>
              <a:rPr lang="en-IN" dirty="0"/>
              <a:t>example</a:t>
            </a:r>
          </a:p>
        </p:txBody>
      </p:sp>
      <p:sp>
        <p:nvSpPr>
          <p:cNvPr id="2" name="object 9"/>
          <p:cNvSpPr txBox="1"/>
          <p:nvPr/>
        </p:nvSpPr>
        <p:spPr>
          <a:xfrm>
            <a:off x="1371673" y="3254709"/>
            <a:ext cx="9372528" cy="793124"/>
          </a:xfrm>
          <a:prstGeom prst="rect">
            <a:avLst/>
          </a:prstGeom>
        </p:spPr>
        <p:txBody>
          <a:bodyPr vert="horz" wrap="square" lIns="0" tIns="11516" rIns="0" bIns="0" rtlCol="0">
            <a:spAutoFit/>
          </a:bodyPr>
          <a:lstStyle/>
          <a:p>
            <a:pPr marL="11430" marR="0" lvl="0" indent="0" algn="l" defTabSz="457200" rtl="0" eaLnBrk="1" fontAlgn="auto" latinLnBrk="0" hangingPunct="1">
              <a:lnSpc>
                <a:spcPct val="100000"/>
              </a:lnSpc>
              <a:spcBef>
                <a:spcPts val="90"/>
              </a:spcBef>
              <a:spcAft>
                <a:spcPts val="0"/>
              </a:spcAft>
              <a:buClrTx/>
              <a:buSzTx/>
              <a:buFontTx/>
              <a:buNone/>
              <a:tabLst>
                <a:tab pos="772795" algn="l"/>
                <a:tab pos="1731645" algn="l"/>
                <a:tab pos="2243455" algn="l"/>
                <a:tab pos="2665095" algn="l"/>
                <a:tab pos="3122930" algn="l"/>
                <a:tab pos="3768725" algn="l"/>
                <a:tab pos="4819015" algn="l"/>
              </a:tabLst>
              <a:defRPr/>
            </a:pPr>
            <a:r>
              <a:rPr kumimoji="0" sz="254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Th</a:t>
            </a:r>
            <a:r>
              <a:rPr kumimoji="0" sz="254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e	</a:t>
            </a:r>
            <a:r>
              <a:rPr kumimoji="0" sz="254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valu</a:t>
            </a:r>
            <a:r>
              <a:rPr kumimoji="0" sz="254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e	</a:t>
            </a:r>
            <a:r>
              <a:rPr kumimoji="0" sz="254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o</a:t>
            </a:r>
            <a:r>
              <a:rPr kumimoji="0" sz="254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f	n	is	2</a:t>
            </a:r>
            <a:r>
              <a:rPr kumimoji="0" sz="254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8</a:t>
            </a:r>
            <a:r>
              <a:rPr kumimoji="0" sz="254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sz="254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whic</a:t>
            </a:r>
            <a:r>
              <a:rPr kumimoji="0" sz="2540"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h	</a:t>
            </a:r>
            <a:r>
              <a:rPr kumimoji="0" sz="2540" i="1" u="none" strike="noStrike" kern="1200" cap="none" spc="-9" normalizeH="0" baseline="0" noProof="0" dirty="0">
                <a:ln>
                  <a:noFill/>
                </a:ln>
                <a:solidFill>
                  <a:prstClr val="black"/>
                </a:solidFill>
                <a:effectLst/>
                <a:uLnTx/>
                <a:uFillTx/>
                <a:latin typeface="Times New Roman" panose="02020603050405020304"/>
                <a:ea typeface="+mn-ea"/>
                <a:cs typeface="Times New Roman" panose="02020603050405020304"/>
              </a:rPr>
              <a:t>m</a:t>
            </a:r>
            <a:r>
              <a:rPr kumimoji="0" sz="254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eans</a:t>
            </a:r>
            <a:r>
              <a:rPr kumimoji="0" lang="en-IN" sz="2540"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 that number of addresses is </a:t>
            </a:r>
            <a:r>
              <a:rPr kumimoji="0" lang="en-US" sz="254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2</a:t>
            </a:r>
            <a:r>
              <a:rPr kumimoji="0" lang="en-US" sz="2515" b="1" i="1" u="none" strike="noStrike" kern="1200" cap="none" spc="6" normalizeH="0" baseline="26000" noProof="0" dirty="0">
                <a:ln>
                  <a:noFill/>
                </a:ln>
                <a:solidFill>
                  <a:prstClr val="black"/>
                </a:solidFill>
                <a:effectLst/>
                <a:uLnTx/>
                <a:uFillTx/>
                <a:latin typeface="Times New Roman" panose="02020603050405020304"/>
                <a:ea typeface="+mn-ea"/>
                <a:cs typeface="Times New Roman" panose="02020603050405020304"/>
              </a:rPr>
              <a:t>32−28 </a:t>
            </a:r>
            <a:r>
              <a:rPr kumimoji="0" lang="en-US" sz="254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or</a:t>
            </a:r>
            <a:r>
              <a:rPr kumimoji="0" lang="en-US" sz="2540" b="1" i="1" u="none" strike="noStrike" kern="1200" cap="none" spc="-331"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lang="en-US" sz="254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16.</a:t>
            </a:r>
            <a:endParaRPr kumimoji="0" sz="2540" b="1"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4953" y="2019497"/>
            <a:ext cx="9603275" cy="4029611"/>
          </a:xfrm>
        </p:spPr>
        <p:txBody>
          <a:bodyPr>
            <a:noAutofit/>
          </a:bodyPr>
          <a:lstStyle/>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IPv6 Address​es</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IPv6 Address Space</a:t>
            </a:r>
          </a:p>
          <a:p>
            <a:pPr marL="514350" indent="-514350">
              <a:spcBef>
                <a:spcPts val="600"/>
              </a:spcBef>
              <a:spcAft>
                <a:spcPts val="600"/>
              </a:spcAft>
              <a:buFont typeface="Wingdings" panose="05000000000000000000" pitchFamily="2" charset="2"/>
              <a:buChar char="v"/>
            </a:pPr>
            <a:r>
              <a:rPr lang="en-US" sz="1600" b="1" dirty="0">
                <a:latin typeface="Times New Roman" panose="02020603050405020304" pitchFamily="18" charset="0"/>
                <a:ea typeface="+mn-lt"/>
                <a:cs typeface="Times New Roman" panose="02020603050405020304" pitchFamily="18" charset="0"/>
              </a:rPr>
              <a:t>IPv6 Short Notation</a:t>
            </a:r>
          </a:p>
        </p:txBody>
      </p:sp>
      <p:sp>
        <p:nvSpPr>
          <p:cNvPr id="4" name="Slide Number Placeholder 3"/>
          <p:cNvSpPr>
            <a:spLocks noGrp="1"/>
          </p:cNvSpPr>
          <p:nvPr>
            <p:ph type="sldNum" sz="quarter" idx="12"/>
          </p:nvPr>
        </p:nvSpPr>
        <p:spPr/>
        <p:txBody>
          <a:bodyPr/>
          <a:lstStyle/>
          <a:p>
            <a:fld id="{CBABCCC1-BF11-4F37-963E-1BCD5B23FD72}" type="slidenum">
              <a:rPr lang="en-IN" smtClean="0"/>
              <a:t>39</a:t>
            </a:fld>
            <a:endParaRPr lang="en-IN"/>
          </a:p>
        </p:txBody>
      </p:sp>
      <p:sp>
        <p:nvSpPr>
          <p:cNvPr id="2" name="object 2"/>
          <p:cNvSpPr txBox="1">
            <a:spLocks noGrp="1"/>
          </p:cNvSpPr>
          <p:nvPr>
            <p:ph type="title"/>
          </p:nvPr>
        </p:nvSpPr>
        <p:spPr>
          <a:xfrm>
            <a:off x="1443314" y="1204917"/>
            <a:ext cx="9515418" cy="503490"/>
          </a:xfrm>
          <a:prstGeom prst="rect">
            <a:avLst/>
          </a:prstGeom>
        </p:spPr>
        <p:txBody>
          <a:bodyPr vert="horz" wrap="square" lIns="0" tIns="10941" rIns="0" bIns="0" rtlCol="0" anchor="ctr">
            <a:spAutoFit/>
          </a:bodyPr>
          <a:lstStyle/>
          <a:p>
            <a:pPr marL="284480" fontAlgn="base">
              <a:lnSpc>
                <a:spcPct val="100000"/>
              </a:lnSpc>
              <a:spcBef>
                <a:spcPts val="85"/>
              </a:spcBef>
              <a:tabLst>
                <a:tab pos="1235075" algn="l"/>
              </a:tabLst>
            </a:pPr>
            <a:r>
              <a:rPr lang="en-IN" spc="-5" dirty="0"/>
              <a:t>Internet Protocol version 6 (IPv6)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3314" y="1204917"/>
            <a:ext cx="9515418" cy="503490"/>
          </a:xfrm>
          <a:prstGeom prst="rect">
            <a:avLst/>
          </a:prstGeom>
        </p:spPr>
        <p:txBody>
          <a:bodyPr vert="horz" wrap="square" lIns="0" tIns="10941" rIns="0" bIns="0" rtlCol="0" anchor="ctr">
            <a:spAutoFit/>
          </a:bodyPr>
          <a:lstStyle/>
          <a:p>
            <a:pPr marL="284480" fontAlgn="base">
              <a:lnSpc>
                <a:spcPct val="100000"/>
              </a:lnSpc>
              <a:spcBef>
                <a:spcPts val="85"/>
              </a:spcBef>
              <a:tabLst>
                <a:tab pos="1235075" algn="l"/>
              </a:tabLst>
            </a:pPr>
            <a:r>
              <a:rPr lang="en-IN" spc="-5" dirty="0"/>
              <a:t>Internet Protocol version 6 (IPv6)</a:t>
            </a:r>
          </a:p>
        </p:txBody>
      </p:sp>
      <p:sp>
        <p:nvSpPr>
          <p:cNvPr id="3" name="Rectangle 2"/>
          <p:cNvSpPr/>
          <p:nvPr/>
        </p:nvSpPr>
        <p:spPr>
          <a:xfrm>
            <a:off x="1514620" y="1955079"/>
            <a:ext cx="9877279" cy="2323713"/>
          </a:xfrm>
          <a:prstGeom prst="rect">
            <a:avLst/>
          </a:prstGeom>
        </p:spPr>
        <p:txBody>
          <a:bodyPr wrap="square">
            <a:spAutoFit/>
          </a:bodyPr>
          <a:lstStyle/>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defRPr/>
            </a:pPr>
            <a:r>
              <a:rPr lang="en-US" sz="2000" i="1" dirty="0"/>
              <a:t>Despite all short-term solutions, address depletion is still a long-term problem for the Internet. </a:t>
            </a:r>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defRPr/>
            </a:pPr>
            <a:endParaRPr lang="en-US" sz="2000" i="1" dirty="0"/>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defRPr/>
            </a:pPr>
            <a:r>
              <a:rPr lang="en-US" sz="2000" i="1" dirty="0"/>
              <a:t>This and  other problems in the IP protocol itself have been the  motivation for IPv6.</a:t>
            </a:r>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defRPr/>
            </a:pPr>
            <a:endParaRPr lang="en-US" sz="2000" i="1" dirty="0"/>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defRPr/>
            </a:pPr>
            <a:r>
              <a:rPr lang="en-IN" sz="2000" dirty="0"/>
              <a:t>IPv6 is a </a:t>
            </a:r>
            <a:r>
              <a:rPr lang="en-IN" sz="2000" b="1" dirty="0"/>
              <a:t>128-bits</a:t>
            </a:r>
            <a:r>
              <a:rPr lang="en-IN" sz="2000" dirty="0"/>
              <a:t> address.</a:t>
            </a:r>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defRPr/>
            </a:pPr>
            <a:endParaRPr lang="en-IN" sz="2000" dirty="0"/>
          </a:p>
          <a:p>
            <a:pPr marL="355600" marR="5080" lvl="0" indent="-342900" algn="just" defTabSz="457200" rtl="0" eaLnBrk="1" fontAlgn="auto" latinLnBrk="0" hangingPunct="1">
              <a:lnSpc>
                <a:spcPct val="100000"/>
              </a:lnSpc>
              <a:spcBef>
                <a:spcPts val="100"/>
              </a:spcBef>
              <a:spcAft>
                <a:spcPts val="0"/>
              </a:spcAft>
              <a:buClrTx/>
              <a:buSzTx/>
              <a:buFont typeface="Wingdings" panose="05000000000000000000" pitchFamily="2" charset="2"/>
              <a:buChar char="Ø"/>
              <a:defRPr/>
            </a:pPr>
            <a:r>
              <a:rPr lang="en-IN" sz="2000" dirty="0"/>
              <a:t>IPv6 use </a:t>
            </a:r>
            <a:r>
              <a:rPr lang="en-IN" sz="2000" b="1" dirty="0"/>
              <a:t>Hexa-Decimal format </a:t>
            </a:r>
            <a:r>
              <a:rPr lang="en-IN" sz="2000" dirty="0"/>
              <a:t>separated by colon (:)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IPv6 Address SPACE</a:t>
            </a:r>
          </a:p>
        </p:txBody>
      </p:sp>
      <p:sp>
        <p:nvSpPr>
          <p:cNvPr id="3" name="Content Placeholder 2"/>
          <p:cNvSpPr>
            <a:spLocks noGrp="1"/>
          </p:cNvSpPr>
          <p:nvPr>
            <p:ph idx="1"/>
          </p:nvPr>
        </p:nvSpPr>
        <p:spPr>
          <a:xfrm>
            <a:off x="1331659" y="2015732"/>
            <a:ext cx="10155491" cy="3765943"/>
          </a:xfrm>
        </p:spPr>
        <p:txBody>
          <a:bodyPr>
            <a:normAutofit fontScale="92500" lnSpcReduction="10000"/>
          </a:bodyPr>
          <a:lstStyle/>
          <a:p>
            <a:pPr algn="just"/>
            <a:r>
              <a:rPr lang="en-IN" dirty="0"/>
              <a:t>The total number of addresses used by the protocol. If a protocol uses N bits to define</a:t>
            </a:r>
            <a:br>
              <a:rPr lang="en-IN" dirty="0"/>
            </a:br>
            <a:r>
              <a:rPr lang="en-IN" dirty="0"/>
              <a:t>an address, the address space is 2</a:t>
            </a:r>
            <a:r>
              <a:rPr lang="en-IN" baseline="30000" dirty="0"/>
              <a:t>N</a:t>
            </a:r>
            <a:r>
              <a:rPr lang="en-IN" dirty="0"/>
              <a:t> because each bit can have two different values (0 or 1) and N bits can have 2</a:t>
            </a:r>
            <a:r>
              <a:rPr lang="en-IN" baseline="30000" dirty="0"/>
              <a:t>N</a:t>
            </a:r>
            <a:r>
              <a:rPr lang="en-IN" dirty="0"/>
              <a:t> values.  </a:t>
            </a:r>
          </a:p>
          <a:p>
            <a:pPr algn="just"/>
            <a:endParaRPr lang="en-IN" dirty="0"/>
          </a:p>
          <a:p>
            <a:pPr algn="just"/>
            <a:r>
              <a:rPr lang="en-IN" dirty="0"/>
              <a:t>The address space of IPv4 is 2</a:t>
            </a:r>
            <a:r>
              <a:rPr lang="en-IN" baseline="30000" dirty="0"/>
              <a:t>32</a:t>
            </a:r>
            <a:r>
              <a:rPr lang="en-IN" dirty="0"/>
              <a:t> or 4,294,967,296. </a:t>
            </a:r>
          </a:p>
          <a:p>
            <a:pPr algn="just"/>
            <a:endParaRPr lang="en-IN" dirty="0"/>
          </a:p>
          <a:p>
            <a:r>
              <a:rPr lang="en-IN" dirty="0"/>
              <a:t>The address space of IPv6 is 2</a:t>
            </a:r>
            <a:r>
              <a:rPr lang="en-IN" baseline="30000" dirty="0"/>
              <a:t>128</a:t>
            </a:r>
            <a:r>
              <a:rPr lang="en-IN" dirty="0"/>
              <a:t> or 40,282,366,920,938,463,463,374,607,431,768,211,456. </a:t>
            </a:r>
          </a:p>
          <a:p>
            <a:endParaRPr lang="en-IN" dirty="0"/>
          </a:p>
          <a:p>
            <a:r>
              <a:rPr lang="en-IN" dirty="0"/>
              <a:t>The address space of IPv6 is much larger than the IPv4.</a:t>
            </a:r>
            <a:endParaRPr lang="en-US" dirty="0"/>
          </a:p>
          <a:p>
            <a:pPr marL="0" indent="0" algn="just">
              <a:buNone/>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0559" y="1204917"/>
            <a:ext cx="9708173" cy="503490"/>
          </a:xfrm>
          <a:prstGeom prst="rect">
            <a:avLst/>
          </a:prstGeom>
        </p:spPr>
        <p:txBody>
          <a:bodyPr vert="horz" wrap="square" lIns="0" tIns="10941" rIns="0" bIns="0" rtlCol="0" anchor="ctr">
            <a:spAutoFit/>
          </a:bodyPr>
          <a:lstStyle/>
          <a:p>
            <a:pPr marL="284480" fontAlgn="base">
              <a:lnSpc>
                <a:spcPct val="100000"/>
              </a:lnSpc>
              <a:spcBef>
                <a:spcPts val="85"/>
              </a:spcBef>
              <a:tabLst>
                <a:tab pos="1235075" algn="l"/>
              </a:tabLst>
            </a:pPr>
            <a:r>
              <a:rPr lang="en-IN" spc="-5" dirty="0"/>
              <a:t>Internet Protocol version 6 (IPv6)</a:t>
            </a:r>
          </a:p>
        </p:txBody>
      </p:sp>
      <p:sp>
        <p:nvSpPr>
          <p:cNvPr id="3" name="Rectangle 2"/>
          <p:cNvSpPr/>
          <p:nvPr/>
        </p:nvSpPr>
        <p:spPr>
          <a:xfrm>
            <a:off x="1123950" y="1955079"/>
            <a:ext cx="9708173" cy="2708434"/>
          </a:xfrm>
          <a:prstGeom prst="rect">
            <a:avLst/>
          </a:prstGeom>
        </p:spPr>
        <p:txBody>
          <a:bodyPr wrap="square">
            <a:spAutoFit/>
          </a:bodyPr>
          <a:lstStyle/>
          <a:p>
            <a:pPr fontAlgn="base"/>
            <a:r>
              <a:rPr lang="en-IN" sz="2000" b="1" dirty="0"/>
              <a:t>Components in Address format :  </a:t>
            </a:r>
          </a:p>
          <a:p>
            <a:pPr fontAlgn="base"/>
            <a:r>
              <a:rPr lang="en-IN" sz="2000" b="1" dirty="0"/>
              <a:t> </a:t>
            </a:r>
          </a:p>
          <a:p>
            <a:pPr marL="342900" indent="-342900" fontAlgn="base">
              <a:lnSpc>
                <a:spcPct val="150000"/>
              </a:lnSpc>
              <a:buFont typeface="Wingdings" panose="05000000000000000000" pitchFamily="2" charset="2"/>
              <a:buChar char="Ø"/>
            </a:pPr>
            <a:r>
              <a:rPr lang="en-IN" sz="2000" dirty="0"/>
              <a:t>There are 8 groups and each group represents 2 Bytes (16-bits). </a:t>
            </a:r>
          </a:p>
          <a:p>
            <a:pPr marL="342900" indent="-342900" fontAlgn="base">
              <a:lnSpc>
                <a:spcPct val="150000"/>
              </a:lnSpc>
              <a:buFont typeface="Wingdings" panose="05000000000000000000" pitchFamily="2" charset="2"/>
              <a:buChar char="Ø"/>
            </a:pPr>
            <a:r>
              <a:rPr lang="en-IN" sz="2000" dirty="0"/>
              <a:t>Each Hex-Digit is of 4 bits (1 nibble)</a:t>
            </a:r>
          </a:p>
          <a:p>
            <a:pPr marL="342900" indent="-342900" fontAlgn="base">
              <a:lnSpc>
                <a:spcPct val="150000"/>
              </a:lnSpc>
              <a:buFont typeface="Wingdings" panose="05000000000000000000" pitchFamily="2" charset="2"/>
              <a:buChar char="Ø"/>
            </a:pPr>
            <a:r>
              <a:rPr lang="en-IN" sz="2000" dirty="0"/>
              <a:t>Delimiter used – colon (:)</a:t>
            </a:r>
          </a:p>
          <a:p>
            <a:br>
              <a:rPr lang="en-IN" sz="2000" dirty="0"/>
            </a:br>
            <a:endParaRPr lang="en-IN" sz="2000" dirty="0"/>
          </a:p>
        </p:txBody>
      </p:sp>
      <p:sp>
        <p:nvSpPr>
          <p:cNvPr id="4" name="object 4"/>
          <p:cNvSpPr/>
          <p:nvPr/>
        </p:nvSpPr>
        <p:spPr>
          <a:xfrm>
            <a:off x="4962524" y="3940733"/>
            <a:ext cx="7038975" cy="1938904"/>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1463173" y="1907380"/>
            <a:ext cx="10471651" cy="3856784"/>
          </a:xfrm>
          <a:prstGeom prst="rect">
            <a:avLst/>
          </a:prstGeom>
        </p:spPr>
        <p:txBody>
          <a:bodyPr vert="horz" wrap="square" lIns="0" tIns="11516" rIns="0" bIns="0" rtlCol="0">
            <a:spAutoFit/>
          </a:bodyPr>
          <a:lstStyle/>
          <a:p>
            <a:pPr marR="4445" fontAlgn="base">
              <a:lnSpc>
                <a:spcPct val="150000"/>
              </a:lnSpc>
              <a:defRPr/>
            </a:pPr>
            <a:r>
              <a:rPr lang="en-IN" sz="2000" dirty="0"/>
              <a:t>Example: </a:t>
            </a:r>
            <a:r>
              <a:rPr sz="2000" b="1" dirty="0"/>
              <a:t>Expand the address 0:15::1:12:1213 to its original.</a:t>
            </a:r>
          </a:p>
          <a:p>
            <a:pPr marL="11430" marR="0" lvl="0" indent="0" algn="l" defTabSz="457200" rtl="0" eaLnBrk="1" fontAlgn="auto" latinLnBrk="0" hangingPunct="1">
              <a:lnSpc>
                <a:spcPct val="100000"/>
              </a:lnSpc>
              <a:spcBef>
                <a:spcPts val="0"/>
              </a:spcBef>
              <a:spcAft>
                <a:spcPts val="0"/>
              </a:spcAft>
              <a:buClrTx/>
              <a:buSzTx/>
              <a:buFontTx/>
              <a:buNone/>
              <a:defRPr/>
            </a:pPr>
            <a:r>
              <a:rPr kumimoji="0" sz="2540" b="1"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Solution</a:t>
            </a:r>
            <a:endParaRPr kumimoji="0" sz="254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342900" marR="4445" lvl="0" indent="-342900" fontAlgn="base">
              <a:lnSpc>
                <a:spcPct val="150000"/>
              </a:lnSpc>
              <a:spcBef>
                <a:spcPts val="0"/>
              </a:spcBef>
              <a:spcAft>
                <a:spcPts val="0"/>
              </a:spcAft>
              <a:buClrTx/>
              <a:buSzTx/>
              <a:buFont typeface="Wingdings" panose="05000000000000000000" pitchFamily="2" charset="2"/>
              <a:buChar char="Ø"/>
              <a:defRPr/>
            </a:pPr>
            <a:r>
              <a:rPr sz="2000" dirty="0"/>
              <a:t>We first need to align the left side of the double colon to  the left of the original pattern and the right side of the  double colon to the right of the original pattern to find  how many 0s we need to replace the double colon.</a:t>
            </a:r>
            <a:endParaRPr lang="en-IN" sz="2000" dirty="0"/>
          </a:p>
          <a:p>
            <a:pPr marL="342900" marR="4445" lvl="0" indent="-342900" fontAlgn="base">
              <a:lnSpc>
                <a:spcPct val="150000"/>
              </a:lnSpc>
              <a:spcBef>
                <a:spcPts val="0"/>
              </a:spcBef>
              <a:spcAft>
                <a:spcPts val="0"/>
              </a:spcAft>
              <a:buClrTx/>
              <a:buSzTx/>
              <a:buFont typeface="Wingdings" panose="05000000000000000000" pitchFamily="2" charset="2"/>
              <a:buChar char="Ø"/>
              <a:defRPr/>
            </a:pPr>
            <a:endParaRPr lang="en-IN" sz="2000" dirty="0"/>
          </a:p>
          <a:p>
            <a:pPr marL="342900" marR="4445" lvl="0" indent="-342900" fontAlgn="base">
              <a:lnSpc>
                <a:spcPct val="150000"/>
              </a:lnSpc>
              <a:spcBef>
                <a:spcPts val="0"/>
              </a:spcBef>
              <a:spcAft>
                <a:spcPts val="0"/>
              </a:spcAft>
              <a:buClrTx/>
              <a:buSzTx/>
              <a:buFont typeface="Wingdings" panose="05000000000000000000" pitchFamily="2" charset="2"/>
              <a:buChar char="Ø"/>
              <a:defRPr/>
            </a:pPr>
            <a:endParaRPr lang="en-IN" sz="1100" dirty="0"/>
          </a:p>
          <a:p>
            <a:pPr marL="342900" marR="4445" indent="-342900" fontAlgn="base">
              <a:lnSpc>
                <a:spcPct val="150000"/>
              </a:lnSpc>
              <a:buFont typeface="Wingdings" panose="05000000000000000000" pitchFamily="2" charset="2"/>
              <a:buChar char="Ø"/>
              <a:defRPr/>
            </a:pPr>
            <a:r>
              <a:rPr kumimoji="0" lang="en-US"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This means </a:t>
            </a:r>
            <a:r>
              <a:rPr kumimoji="0" lang="en-US" sz="2000" b="1" i="1" u="none" strike="noStrike" kern="1200" cap="none" spc="-5" normalizeH="0" baseline="0" noProof="0" dirty="0">
                <a:ln>
                  <a:noFill/>
                </a:ln>
                <a:solidFill>
                  <a:prstClr val="black"/>
                </a:solidFill>
                <a:effectLst/>
                <a:uLnTx/>
                <a:uFillTx/>
                <a:latin typeface="Times New Roman" panose="02020603050405020304"/>
                <a:ea typeface="+mn-ea"/>
                <a:cs typeface="Times New Roman" panose="02020603050405020304"/>
              </a:rPr>
              <a:t>that </a:t>
            </a:r>
            <a:r>
              <a:rPr kumimoji="0" lang="en-US"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the original address</a:t>
            </a:r>
            <a:r>
              <a:rPr kumimoji="0" lang="en-US" sz="2000" b="1" i="1" u="none" strike="noStrike" kern="1200" cap="none" spc="-150" normalizeH="0" baseline="0" noProof="0" dirty="0">
                <a:ln>
                  <a:noFill/>
                </a:ln>
                <a:solidFill>
                  <a:prstClr val="black"/>
                </a:solidFill>
                <a:effectLst/>
                <a:uLnTx/>
                <a:uFillTx/>
                <a:latin typeface="Times New Roman" panose="02020603050405020304"/>
                <a:ea typeface="+mn-ea"/>
                <a:cs typeface="Times New Roman" panose="02020603050405020304"/>
              </a:rPr>
              <a:t> </a:t>
            </a:r>
            <a:r>
              <a:rPr kumimoji="0" lang="en-US" sz="2000" b="1" i="1"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rPr>
              <a:t>is.</a:t>
            </a:r>
            <a:endParaRPr kumimoji="0" lang="en-US" sz="2000" b="0" i="0" u="none" strike="noStrike" kern="1200" cap="none" spc="0" normalizeH="0" baseline="0" noProof="0" dirty="0">
              <a:ln>
                <a:noFill/>
              </a:ln>
              <a:solidFill>
                <a:prstClr val="black"/>
              </a:solidFill>
              <a:effectLst/>
              <a:uLnTx/>
              <a:uFillTx/>
              <a:latin typeface="Times New Roman" panose="02020603050405020304"/>
              <a:ea typeface="+mn-ea"/>
              <a:cs typeface="Times New Roman" panose="02020603050405020304"/>
            </a:endParaRPr>
          </a:p>
          <a:p>
            <a:pPr marL="342900" marR="4445" lvl="0" indent="-342900" fontAlgn="base">
              <a:lnSpc>
                <a:spcPct val="150000"/>
              </a:lnSpc>
              <a:spcBef>
                <a:spcPts val="0"/>
              </a:spcBef>
              <a:spcAft>
                <a:spcPts val="0"/>
              </a:spcAft>
              <a:buClrTx/>
              <a:buSzTx/>
              <a:buFont typeface="Wingdings" panose="05000000000000000000" pitchFamily="2" charset="2"/>
              <a:buChar char="Ø"/>
              <a:defRPr/>
            </a:pPr>
            <a:endParaRPr sz="2000" dirty="0"/>
          </a:p>
        </p:txBody>
      </p:sp>
      <p:grpSp>
        <p:nvGrpSpPr>
          <p:cNvPr id="11" name="object 11"/>
          <p:cNvGrpSpPr/>
          <p:nvPr/>
        </p:nvGrpSpPr>
        <p:grpSpPr>
          <a:xfrm>
            <a:off x="5247938" y="3761190"/>
            <a:ext cx="5667712" cy="901957"/>
            <a:chOff x="2720339" y="4444746"/>
            <a:chExt cx="5252720" cy="762000"/>
          </a:xfrm>
        </p:grpSpPr>
        <p:sp>
          <p:nvSpPr>
            <p:cNvPr id="12" name="object 12"/>
            <p:cNvSpPr/>
            <p:nvPr/>
          </p:nvSpPr>
          <p:spPr>
            <a:xfrm>
              <a:off x="2720340" y="4444758"/>
              <a:ext cx="5252720" cy="190500"/>
            </a:xfrm>
            <a:custGeom>
              <a:avLst/>
              <a:gdLst/>
              <a:ahLst/>
              <a:cxnLst/>
              <a:rect l="l" t="t" r="r" b="b"/>
              <a:pathLst>
                <a:path w="5252720" h="190500">
                  <a:moveTo>
                    <a:pt x="57150" y="45720"/>
                  </a:moveTo>
                  <a:lnTo>
                    <a:pt x="45720" y="45720"/>
                  </a:lnTo>
                  <a:lnTo>
                    <a:pt x="45720" y="190500"/>
                  </a:lnTo>
                  <a:lnTo>
                    <a:pt x="57150" y="190500"/>
                  </a:lnTo>
                  <a:lnTo>
                    <a:pt x="57150" y="45720"/>
                  </a:lnTo>
                  <a:close/>
                </a:path>
                <a:path w="5252720" h="190500">
                  <a:moveTo>
                    <a:pt x="5252720" y="0"/>
                  </a:moveTo>
                  <a:lnTo>
                    <a:pt x="5218430" y="0"/>
                  </a:lnTo>
                  <a:lnTo>
                    <a:pt x="34290" y="0"/>
                  </a:lnTo>
                  <a:lnTo>
                    <a:pt x="0" y="0"/>
                  </a:lnTo>
                  <a:lnTo>
                    <a:pt x="0" y="190500"/>
                  </a:lnTo>
                  <a:lnTo>
                    <a:pt x="34290" y="190500"/>
                  </a:lnTo>
                  <a:lnTo>
                    <a:pt x="34290" y="34290"/>
                  </a:lnTo>
                  <a:lnTo>
                    <a:pt x="5218430" y="34290"/>
                  </a:lnTo>
                  <a:lnTo>
                    <a:pt x="5218430" y="190500"/>
                  </a:lnTo>
                  <a:lnTo>
                    <a:pt x="5252720" y="190500"/>
                  </a:lnTo>
                  <a:lnTo>
                    <a:pt x="525272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3" name="object 13"/>
            <p:cNvSpPr/>
            <p:nvPr/>
          </p:nvSpPr>
          <p:spPr>
            <a:xfrm>
              <a:off x="2777489" y="4490466"/>
              <a:ext cx="5138420" cy="659130"/>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4" name="object 14"/>
            <p:cNvSpPr/>
            <p:nvPr/>
          </p:nvSpPr>
          <p:spPr>
            <a:xfrm>
              <a:off x="2720340" y="4490478"/>
              <a:ext cx="5252720" cy="716280"/>
            </a:xfrm>
            <a:custGeom>
              <a:avLst/>
              <a:gdLst/>
              <a:ahLst/>
              <a:cxnLst/>
              <a:rect l="l" t="t" r="r" b="b"/>
              <a:pathLst>
                <a:path w="5252720" h="716279">
                  <a:moveTo>
                    <a:pt x="5207000" y="0"/>
                  </a:moveTo>
                  <a:lnTo>
                    <a:pt x="5195570" y="0"/>
                  </a:lnTo>
                  <a:lnTo>
                    <a:pt x="5195570" y="144780"/>
                  </a:lnTo>
                  <a:lnTo>
                    <a:pt x="5195570" y="659130"/>
                  </a:lnTo>
                  <a:lnTo>
                    <a:pt x="57150" y="659130"/>
                  </a:lnTo>
                  <a:lnTo>
                    <a:pt x="57150" y="144780"/>
                  </a:lnTo>
                  <a:lnTo>
                    <a:pt x="45720" y="144780"/>
                  </a:lnTo>
                  <a:lnTo>
                    <a:pt x="45720" y="670560"/>
                  </a:lnTo>
                  <a:lnTo>
                    <a:pt x="57150" y="670560"/>
                  </a:lnTo>
                  <a:lnTo>
                    <a:pt x="5195570" y="670560"/>
                  </a:lnTo>
                  <a:lnTo>
                    <a:pt x="5207000" y="670560"/>
                  </a:lnTo>
                  <a:lnTo>
                    <a:pt x="5207000" y="144780"/>
                  </a:lnTo>
                  <a:lnTo>
                    <a:pt x="5207000" y="0"/>
                  </a:lnTo>
                  <a:close/>
                </a:path>
                <a:path w="5252720" h="716279">
                  <a:moveTo>
                    <a:pt x="5252720" y="144780"/>
                  </a:moveTo>
                  <a:lnTo>
                    <a:pt x="5218430" y="144780"/>
                  </a:lnTo>
                  <a:lnTo>
                    <a:pt x="5218430" y="681990"/>
                  </a:lnTo>
                  <a:lnTo>
                    <a:pt x="34290" y="681990"/>
                  </a:lnTo>
                  <a:lnTo>
                    <a:pt x="34290" y="144780"/>
                  </a:lnTo>
                  <a:lnTo>
                    <a:pt x="0" y="144780"/>
                  </a:lnTo>
                  <a:lnTo>
                    <a:pt x="0" y="716280"/>
                  </a:lnTo>
                  <a:lnTo>
                    <a:pt x="34290" y="716280"/>
                  </a:lnTo>
                  <a:lnTo>
                    <a:pt x="5218430" y="716280"/>
                  </a:lnTo>
                  <a:lnTo>
                    <a:pt x="5252720" y="716280"/>
                  </a:lnTo>
                  <a:lnTo>
                    <a:pt x="5252720" y="14478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grpSp>
        <p:nvGrpSpPr>
          <p:cNvPr id="16" name="object 16"/>
          <p:cNvGrpSpPr/>
          <p:nvPr/>
        </p:nvGrpSpPr>
        <p:grpSpPr>
          <a:xfrm>
            <a:off x="5247938" y="5456401"/>
            <a:ext cx="5667711" cy="457200"/>
            <a:chOff x="2739389" y="6091428"/>
            <a:chExt cx="5215890" cy="410845"/>
          </a:xfrm>
        </p:grpSpPr>
        <p:sp>
          <p:nvSpPr>
            <p:cNvPr id="17" name="object 17"/>
            <p:cNvSpPr/>
            <p:nvPr/>
          </p:nvSpPr>
          <p:spPr>
            <a:xfrm>
              <a:off x="2739389" y="6091428"/>
              <a:ext cx="34290" cy="258445"/>
            </a:xfrm>
            <a:custGeom>
              <a:avLst/>
              <a:gdLst/>
              <a:ahLst/>
              <a:cxnLst/>
              <a:rect l="l" t="t" r="r" b="b"/>
              <a:pathLst>
                <a:path w="34289" h="258445">
                  <a:moveTo>
                    <a:pt x="0" y="0"/>
                  </a:moveTo>
                  <a:lnTo>
                    <a:pt x="0" y="258318"/>
                  </a:lnTo>
                  <a:lnTo>
                    <a:pt x="34289" y="258318"/>
                  </a:lnTo>
                  <a:lnTo>
                    <a:pt x="34289" y="0"/>
                  </a:lnTo>
                  <a:lnTo>
                    <a:pt x="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8" name="object 18"/>
            <p:cNvSpPr/>
            <p:nvPr/>
          </p:nvSpPr>
          <p:spPr>
            <a:xfrm>
              <a:off x="2773679" y="6091428"/>
              <a:ext cx="5147310" cy="353568"/>
            </a:xfrm>
            <a:prstGeom prst="rect">
              <a:avLst/>
            </a:prstGeom>
            <a:blipFill>
              <a:blip r:embed="rId3"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9" name="object 19"/>
            <p:cNvSpPr/>
            <p:nvPr/>
          </p:nvSpPr>
          <p:spPr>
            <a:xfrm>
              <a:off x="2739390" y="6091440"/>
              <a:ext cx="5215890" cy="410845"/>
            </a:xfrm>
            <a:custGeom>
              <a:avLst/>
              <a:gdLst/>
              <a:ahLst/>
              <a:cxnLst/>
              <a:rect l="l" t="t" r="r" b="b"/>
              <a:pathLst>
                <a:path w="5215890" h="410845">
                  <a:moveTo>
                    <a:pt x="5170170" y="45720"/>
                  </a:moveTo>
                  <a:lnTo>
                    <a:pt x="5158740" y="45720"/>
                  </a:lnTo>
                  <a:lnTo>
                    <a:pt x="5158740" y="57150"/>
                  </a:lnTo>
                  <a:lnTo>
                    <a:pt x="5158740" y="258318"/>
                  </a:lnTo>
                  <a:lnTo>
                    <a:pt x="5158740" y="353568"/>
                  </a:lnTo>
                  <a:lnTo>
                    <a:pt x="57150" y="353568"/>
                  </a:lnTo>
                  <a:lnTo>
                    <a:pt x="57150" y="258318"/>
                  </a:lnTo>
                  <a:lnTo>
                    <a:pt x="57150" y="57150"/>
                  </a:lnTo>
                  <a:lnTo>
                    <a:pt x="5158740" y="57150"/>
                  </a:lnTo>
                  <a:lnTo>
                    <a:pt x="5158740" y="45720"/>
                  </a:lnTo>
                  <a:lnTo>
                    <a:pt x="57150" y="45720"/>
                  </a:lnTo>
                  <a:lnTo>
                    <a:pt x="45720" y="45720"/>
                  </a:lnTo>
                  <a:lnTo>
                    <a:pt x="45720" y="258318"/>
                  </a:lnTo>
                  <a:lnTo>
                    <a:pt x="45720" y="364998"/>
                  </a:lnTo>
                  <a:lnTo>
                    <a:pt x="57150" y="364998"/>
                  </a:lnTo>
                  <a:lnTo>
                    <a:pt x="5158740" y="364998"/>
                  </a:lnTo>
                  <a:lnTo>
                    <a:pt x="5170170" y="364998"/>
                  </a:lnTo>
                  <a:lnTo>
                    <a:pt x="5170170" y="258318"/>
                  </a:lnTo>
                  <a:lnTo>
                    <a:pt x="5170170" y="45720"/>
                  </a:lnTo>
                  <a:close/>
                </a:path>
                <a:path w="5215890" h="410845">
                  <a:moveTo>
                    <a:pt x="5215890" y="0"/>
                  </a:moveTo>
                  <a:lnTo>
                    <a:pt x="5181600" y="0"/>
                  </a:lnTo>
                  <a:lnTo>
                    <a:pt x="5181600" y="258318"/>
                  </a:lnTo>
                  <a:lnTo>
                    <a:pt x="5181600" y="376428"/>
                  </a:lnTo>
                  <a:lnTo>
                    <a:pt x="34290" y="376428"/>
                  </a:lnTo>
                  <a:lnTo>
                    <a:pt x="34290" y="258318"/>
                  </a:lnTo>
                  <a:lnTo>
                    <a:pt x="0" y="258318"/>
                  </a:lnTo>
                  <a:lnTo>
                    <a:pt x="0" y="410718"/>
                  </a:lnTo>
                  <a:lnTo>
                    <a:pt x="34290" y="410718"/>
                  </a:lnTo>
                  <a:lnTo>
                    <a:pt x="5181600" y="410718"/>
                  </a:lnTo>
                  <a:lnTo>
                    <a:pt x="5215890" y="410718"/>
                  </a:lnTo>
                  <a:lnTo>
                    <a:pt x="5215890" y="258318"/>
                  </a:lnTo>
                  <a:lnTo>
                    <a:pt x="5215890" y="0"/>
                  </a:lnTo>
                  <a:close/>
                </a:path>
              </a:pathLst>
            </a:custGeom>
            <a:solidFill>
              <a:srgbClr val="3333CC"/>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63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grpSp>
      <p:sp>
        <p:nvSpPr>
          <p:cNvPr id="20" name="object 20"/>
          <p:cNvSpPr txBox="1">
            <a:spLocks noGrp="1"/>
          </p:cNvSpPr>
          <p:nvPr>
            <p:ph type="sldNum" sz="quarter" idx="7"/>
          </p:nvPr>
        </p:nvSpPr>
        <p:spPr>
          <a:xfrm>
            <a:off x="777373" y="6860954"/>
            <a:ext cx="685800" cy="309245"/>
          </a:xfrm>
          <a:prstGeom prst="rect">
            <a:avLst/>
          </a:prstGeom>
        </p:spPr>
        <p:txBody>
          <a:bodyPr vert="horz" wrap="square" lIns="0" tIns="0" rIns="0" bIns="0" rtlCol="0">
            <a:spAutoFit/>
          </a:bodyPr>
          <a:lstStyle>
            <a:defPPr>
              <a:defRPr lang="en-US"/>
            </a:defPPr>
            <a:lvl1pPr marL="0" algn="l" defTabSz="914400" rtl="0" eaLnBrk="1" latinLnBrk="0" hangingPunct="1">
              <a:defRPr sz="2000" b="1" i="0" kern="1200">
                <a:solidFill>
                  <a:srgbClr val="1B1B1B"/>
                </a:solidFill>
                <a:latin typeface="Arial" panose="020B0604020202020204"/>
                <a:ea typeface="+mn-ea"/>
                <a:cs typeface="Arial" panose="020B060402020202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 marR="0" lvl="0" indent="0" algn="l" defTabSz="914400" rtl="0" eaLnBrk="1" fontAlgn="auto" latinLnBrk="0" hangingPunct="1">
              <a:lnSpc>
                <a:spcPts val="2095"/>
              </a:lnSpc>
              <a:spcBef>
                <a:spcPts val="0"/>
              </a:spcBef>
              <a:spcAft>
                <a:spcPts val="0"/>
              </a:spcAft>
              <a:buClrTx/>
              <a:buSzTx/>
              <a:buFontTx/>
              <a:buNone/>
              <a:defRPr/>
            </a:pPr>
            <a:r>
              <a:rPr kumimoji="0" lang="en-IN" sz="2000" b="1" i="0" u="none" strike="noStrike" kern="1200" cap="none" spc="-5" normalizeH="0" baseline="0" noProof="0">
                <a:ln>
                  <a:noFill/>
                </a:ln>
                <a:solidFill>
                  <a:srgbClr val="1B1B1B"/>
                </a:solidFill>
                <a:effectLst/>
                <a:uLnTx/>
                <a:uFillTx/>
                <a:latin typeface="Arial" panose="020B0604020202020204"/>
                <a:ea typeface="+mn-ea"/>
                <a:cs typeface="Arial" panose="020B0604020202020204"/>
              </a:rPr>
              <a:t>19.</a:t>
            </a:r>
            <a:fld id="{81D60167-4931-47E6-BA6A-407CBD079E47}" type="slidenum">
              <a:rPr kumimoji="0" sz="2000" b="1" i="0" u="none" strike="noStrike" kern="1200" cap="none" spc="-5" normalizeH="0" baseline="0" noProof="0" smtClean="0">
                <a:ln>
                  <a:noFill/>
                </a:ln>
                <a:solidFill>
                  <a:srgbClr val="1B1B1B"/>
                </a:solidFill>
                <a:effectLst/>
                <a:uLnTx/>
                <a:uFillTx/>
                <a:latin typeface="Arial" panose="020B0604020202020204"/>
                <a:ea typeface="+mn-ea"/>
                <a:cs typeface="Arial" panose="020B0604020202020204"/>
              </a:rPr>
              <a:t>43</a:t>
            </a:fld>
            <a:endParaRPr kumimoji="0" sz="2000" b="1" i="0" u="none" strike="noStrike" kern="1200" cap="none" spc="-5" normalizeH="0" baseline="0" noProof="0" dirty="0">
              <a:ln>
                <a:noFill/>
              </a:ln>
              <a:solidFill>
                <a:srgbClr val="1B1B1B"/>
              </a:solidFill>
              <a:effectLst/>
              <a:uLnTx/>
              <a:uFillTx/>
              <a:latin typeface="Arial" panose="020B0604020202020204"/>
              <a:ea typeface="+mn-ea"/>
              <a:cs typeface="Arial" panose="020B0604020202020204"/>
            </a:endParaRPr>
          </a:p>
        </p:txBody>
      </p:sp>
      <p:sp>
        <p:nvSpPr>
          <p:cNvPr id="2" name="TextBox 1"/>
          <p:cNvSpPr txBox="1"/>
          <p:nvPr/>
        </p:nvSpPr>
        <p:spPr>
          <a:xfrm flipH="1">
            <a:off x="1350642" y="1172999"/>
            <a:ext cx="7660007" cy="461665"/>
          </a:xfrm>
          <a:prstGeom prst="rect">
            <a:avLst/>
          </a:prstGeom>
          <a:noFill/>
        </p:spPr>
        <p:txBody>
          <a:bodyPr wrap="square" rtlCol="0">
            <a:spAutoFit/>
          </a:bodyPr>
          <a:lstStyle/>
          <a:p>
            <a:r>
              <a:rPr lang="en-IN" sz="2400" b="1" dirty="0"/>
              <a:t>Expansion of IPv6 address from its short notation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03353"/>
            <a:ext cx="9603275" cy="567081"/>
          </a:xfrm>
        </p:spPr>
        <p:txBody>
          <a:bodyPr/>
          <a:lstStyle/>
          <a:p>
            <a:r>
              <a:rPr lang="en-US" sz="3000" b="1" dirty="0">
                <a:solidFill>
                  <a:srgbClr val="C00000"/>
                </a:solidFill>
                <a:latin typeface="Times New Roman" panose="02020603050405020304" pitchFamily="18" charset="0"/>
                <a:ea typeface="+mn-ea"/>
                <a:cs typeface="Times New Roman" panose="02020603050405020304" pitchFamily="18" charset="0"/>
              </a:rPr>
              <a:t>SELF-ASSESSMENT QUESTIONS</a:t>
            </a:r>
            <a:endParaRPr lang="en-IN" sz="3000" b="1" dirty="0">
              <a:solidFill>
                <a:srgbClr val="C00000"/>
              </a:solidFill>
              <a:latin typeface="Times New Roman" panose="02020603050405020304" pitchFamily="18" charset="0"/>
              <a:ea typeface="+mn-ea"/>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t>44</a:t>
            </a:fld>
            <a:endParaRPr lang="en-IN"/>
          </a:p>
        </p:txBody>
      </p:sp>
      <p:sp>
        <p:nvSpPr>
          <p:cNvPr id="5" name="Content Placeholder 4"/>
          <p:cNvSpPr>
            <a:spLocks noGrp="1"/>
          </p:cNvSpPr>
          <p:nvPr>
            <p:ph idx="1"/>
          </p:nvPr>
        </p:nvSpPr>
        <p:spPr/>
        <p:txBody>
          <a:bodyPr>
            <a:normAutofit lnSpcReduction="10000"/>
          </a:bodyPr>
          <a:lstStyle/>
          <a:p>
            <a:pPr marL="457200" lvl="0" indent="-457200" algn="just">
              <a:buFont typeface="+mj-lt"/>
              <a:buAutoNum type="arabicPeriod"/>
            </a:pPr>
            <a:r>
              <a:rPr lang="en-IN" dirty="0"/>
              <a:t>In a block of addresses, we know IP address of one host is 25.34.12.56/16. What is the first address (network address) and the last address (limited broadcast address) in this block?</a:t>
            </a:r>
          </a:p>
          <a:p>
            <a:pPr marL="457200" lvl="0" indent="-457200" algn="just">
              <a:buFont typeface="+mj-lt"/>
              <a:buAutoNum type="arabicPeriod"/>
            </a:pPr>
            <a:r>
              <a:rPr lang="en-IN" dirty="0"/>
              <a:t>Find the block if one of the addresses is 190.87.140.202/29</a:t>
            </a:r>
          </a:p>
          <a:p>
            <a:pPr marL="457200" lvl="0" indent="-457200" algn="just">
              <a:buFont typeface="+mj-lt"/>
              <a:buAutoNum type="arabicPeriod"/>
            </a:pPr>
            <a:r>
              <a:rPr lang="en-IN" dirty="0"/>
              <a:t>In a network the address of one computer is 201.78.24.56 and the address of another computer is 201.78.120. 202. How many addresses are in between?</a:t>
            </a:r>
          </a:p>
          <a:p>
            <a:pPr marL="457200" lvl="0" indent="-457200" algn="just">
              <a:buFont typeface="+mj-lt"/>
              <a:buAutoNum type="arabicPeriod"/>
            </a:pPr>
            <a:r>
              <a:rPr lang="en-IN" dirty="0"/>
              <a:t>What is the main difference between IPv4 and IPv6?</a:t>
            </a:r>
          </a:p>
          <a:p>
            <a:pPr marL="457200" lvl="0" indent="-457200" algn="just">
              <a:buFont typeface="+mj-lt"/>
              <a:buAutoNum type="arabicPeriod"/>
            </a:pPr>
            <a:r>
              <a:rPr lang="en-IN" dirty="0"/>
              <a:t>What are the key advantages of IPv6 over IPv4?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000" b="1" dirty="0">
                <a:solidFill>
                  <a:srgbClr val="C00000"/>
                </a:solidFill>
                <a:latin typeface="Times New Roman" panose="02020603050405020304" pitchFamily="18" charset="0"/>
                <a:ea typeface="+mn-ea"/>
                <a:cs typeface="Times New Roman" panose="02020603050405020304" pitchFamily="18" charset="0"/>
              </a:rPr>
              <a:t>REFERENCES FOR FURTHER LEARNING OF THE SESSION</a:t>
            </a:r>
            <a:endParaRPr lang="en-IN" sz="3000" b="1" dirty="0">
              <a:solidFill>
                <a:srgbClr val="C00000"/>
              </a:solidFill>
              <a:latin typeface="Times New Roman" panose="02020603050405020304" pitchFamily="18" charset="0"/>
              <a:ea typeface="+mn-ea"/>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t>45</a:t>
            </a:fld>
            <a:endParaRPr lang="en-IN"/>
          </a:p>
        </p:txBody>
      </p:sp>
      <p:sp>
        <p:nvSpPr>
          <p:cNvPr id="5" name="TextBox 4"/>
          <p:cNvSpPr txBox="1"/>
          <p:nvPr/>
        </p:nvSpPr>
        <p:spPr>
          <a:xfrm>
            <a:off x="1491176" y="1955558"/>
            <a:ext cx="9453490" cy="3277820"/>
          </a:xfrm>
          <a:prstGeom prst="rect">
            <a:avLst/>
          </a:prstGeom>
          <a:noFill/>
        </p:spPr>
        <p:txBody>
          <a:bodyPr wrap="square" rtlCol="0">
            <a:spAutoFit/>
          </a:bodyPr>
          <a:lstStyle/>
          <a:p>
            <a:pPr fontAlgn="base"/>
            <a:r>
              <a:rPr lang="en-US" dirty="0"/>
              <a:t> </a:t>
            </a:r>
            <a:r>
              <a:rPr lang="en-IN" b="1" dirty="0"/>
              <a:t>Reference Books:</a:t>
            </a:r>
          </a:p>
          <a:p>
            <a:pPr fontAlgn="base"/>
            <a:endParaRPr lang="en-IN" dirty="0"/>
          </a:p>
          <a:p>
            <a:pPr fontAlgn="base"/>
            <a:r>
              <a:rPr lang="en-IN" dirty="0"/>
              <a:t>1. Data Communications and Networking, </a:t>
            </a:r>
            <a:r>
              <a:rPr lang="en-IN" dirty="0" err="1"/>
              <a:t>Behrouz</a:t>
            </a:r>
            <a:r>
              <a:rPr lang="en-IN" dirty="0"/>
              <a:t> A. </a:t>
            </a:r>
            <a:r>
              <a:rPr lang="en-IN" dirty="0" err="1"/>
              <a:t>Forouzan</a:t>
            </a:r>
            <a:r>
              <a:rPr lang="en-IN" dirty="0"/>
              <a:t>, 4</a:t>
            </a:r>
            <a:r>
              <a:rPr lang="en-IN" baseline="30000" dirty="0"/>
              <a:t>th</a:t>
            </a:r>
            <a:r>
              <a:rPr lang="en-IN" dirty="0"/>
              <a:t> Edition, McGraw Hill.  </a:t>
            </a:r>
          </a:p>
          <a:p>
            <a:pPr fontAlgn="base"/>
            <a:r>
              <a:rPr lang="en-IN" dirty="0"/>
              <a:t>2. Computer Networks, </a:t>
            </a:r>
            <a:r>
              <a:rPr lang="en-IN" dirty="0" err="1"/>
              <a:t>Tanenbaum</a:t>
            </a:r>
            <a:r>
              <a:rPr lang="en-IN" dirty="0"/>
              <a:t>, 6</a:t>
            </a:r>
            <a:r>
              <a:rPr lang="en-IN" baseline="30000" dirty="0"/>
              <a:t>th</a:t>
            </a:r>
            <a:r>
              <a:rPr lang="en-IN" dirty="0"/>
              <a:t> Edition, Pearson.</a:t>
            </a:r>
          </a:p>
          <a:p>
            <a:pPr fontAlgn="base"/>
            <a:endParaRPr lang="en-IN" dirty="0"/>
          </a:p>
          <a:p>
            <a:pPr fontAlgn="base"/>
            <a:r>
              <a:rPr lang="en-IN" b="1" dirty="0"/>
              <a:t>Sites and Web links:</a:t>
            </a:r>
            <a:endParaRPr lang="en-IN" dirty="0"/>
          </a:p>
          <a:p>
            <a:pPr lvl="0" fontAlgn="base"/>
            <a:endParaRPr lang="en-IN" dirty="0"/>
          </a:p>
          <a:p>
            <a:pPr lvl="0" fontAlgn="base"/>
            <a:r>
              <a:rPr lang="en-IN" dirty="0"/>
              <a:t>CISCO Academy</a:t>
            </a:r>
          </a:p>
          <a:p>
            <a:pPr lvl="0" fontAlgn="base"/>
            <a:r>
              <a:rPr lang="en-IN" dirty="0"/>
              <a:t>NPTEL, Computer Networks and Internet Protocols, Prof. </a:t>
            </a:r>
            <a:r>
              <a:rPr lang="en-IN" dirty="0" err="1"/>
              <a:t>Soumya</a:t>
            </a:r>
            <a:r>
              <a:rPr lang="en-IN" dirty="0"/>
              <a:t> </a:t>
            </a:r>
            <a:r>
              <a:rPr lang="en-IN" dirty="0" err="1"/>
              <a:t>Kanti</a:t>
            </a:r>
            <a:r>
              <a:rPr lang="en-IN" dirty="0"/>
              <a:t> </a:t>
            </a:r>
            <a:r>
              <a:rPr lang="en-IN" dirty="0" err="1"/>
              <a:t>Ghosh</a:t>
            </a:r>
            <a:r>
              <a:rPr lang="en-IN" dirty="0"/>
              <a:t>, Prof. </a:t>
            </a:r>
            <a:r>
              <a:rPr lang="en-IN" dirty="0" err="1"/>
              <a:t>Sandip</a:t>
            </a:r>
            <a:r>
              <a:rPr lang="en-IN" dirty="0"/>
              <a:t> </a:t>
            </a:r>
            <a:r>
              <a:rPr lang="en-IN" dirty="0" err="1"/>
              <a:t>Chakraborty</a:t>
            </a:r>
            <a:r>
              <a:rPr lang="en-IN" dirty="0"/>
              <a:t> IIT </a:t>
            </a:r>
            <a:r>
              <a:rPr lang="en-IN" dirty="0" err="1"/>
              <a:t>Kharagpur</a:t>
            </a:r>
            <a:r>
              <a:rPr lang="en-IN" dirty="0"/>
              <a:t>. (https://nptel.ac.in/courses/106105183)</a:t>
            </a:r>
          </a:p>
          <a:p>
            <a:pPr>
              <a:lnSpc>
                <a:spcPct val="150000"/>
              </a:lnSpc>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p:cNvSpPr/>
          <p:nvPr/>
        </p:nvSpPr>
        <p:spPr>
          <a:xfrm>
            <a:off x="2601913" y="1857375"/>
            <a:ext cx="7920037" cy="2882900"/>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fontAlgn="auto">
              <a:spcBef>
                <a:spcPts val="0"/>
              </a:spcBef>
              <a:spcAft>
                <a:spcPts val="0"/>
              </a:spcAft>
              <a:defRPr/>
            </a:pPr>
            <a:endParaRPr lang="en-US" sz="2400" dirty="0">
              <a:latin typeface="Poppins" pitchFamily="2" charset="77"/>
              <a:cs typeface="Poppins" pitchFamily="2" charset="77"/>
            </a:endParaRPr>
          </a:p>
          <a:p>
            <a:pPr algn="ctr" fontAlgn="auto">
              <a:spcBef>
                <a:spcPts val="0"/>
              </a:spcBef>
              <a:spcAft>
                <a:spcPts val="0"/>
              </a:spcAft>
              <a:defRPr/>
            </a:pPr>
            <a:endParaRPr lang="en-US" sz="2400" b="1" dirty="0">
              <a:latin typeface="Poppins" pitchFamily="2" charset="77"/>
              <a:cs typeface="Poppins" pitchFamily="2" charset="77"/>
            </a:endParaRPr>
          </a:p>
          <a:p>
            <a:pPr algn="ctr" fontAlgn="auto">
              <a:spcBef>
                <a:spcPts val="0"/>
              </a:spcBef>
              <a:spcAft>
                <a:spcPts val="0"/>
              </a:spcAft>
              <a:defRPr/>
            </a:pPr>
            <a:r>
              <a:rPr lang="en-US" sz="2400" b="1" dirty="0">
                <a:latin typeface="Poppins" pitchFamily="2" charset="77"/>
                <a:cs typeface="Poppins" pitchFamily="2" charset="77"/>
              </a:rPr>
              <a:t>THANK YOU</a:t>
            </a:r>
          </a:p>
          <a:p>
            <a:pPr algn="ctr" fontAlgn="auto">
              <a:spcBef>
                <a:spcPts val="0"/>
              </a:spcBef>
              <a:spcAft>
                <a:spcPts val="0"/>
              </a:spcAft>
              <a:defRPr/>
            </a:pPr>
            <a:endParaRPr lang="en-US" sz="2400" dirty="0">
              <a:latin typeface="Poppins" pitchFamily="2" charset="77"/>
              <a:cs typeface="Poppins" pitchFamily="2" charset="77"/>
            </a:endParaRPr>
          </a:p>
          <a:p>
            <a:pPr algn="ctr" fontAlgn="auto">
              <a:spcBef>
                <a:spcPts val="0"/>
              </a:spcBef>
              <a:spcAft>
                <a:spcPts val="0"/>
              </a:spcAft>
              <a:defRPr/>
            </a:pPr>
            <a:endParaRPr lang="en-US" sz="2400" dirty="0">
              <a:latin typeface="Poppins" pitchFamily="2" charset="77"/>
              <a:cs typeface="Poppins" pitchFamily="2" charset="77"/>
            </a:endParaRPr>
          </a:p>
          <a:p>
            <a:pPr algn="ctr" fontAlgn="auto">
              <a:spcBef>
                <a:spcPts val="0"/>
              </a:spcBef>
              <a:spcAft>
                <a:spcPts val="0"/>
              </a:spcAft>
              <a:defRPr/>
            </a:pPr>
            <a:endParaRPr lang="en-US" sz="2400" dirty="0">
              <a:latin typeface="Poppins" pitchFamily="2" charset="77"/>
              <a:cs typeface="Poppins" pitchFamily="2" charset="77"/>
            </a:endParaRPr>
          </a:p>
          <a:p>
            <a:pPr algn="ctr" fontAlgn="auto">
              <a:spcBef>
                <a:spcPts val="0"/>
              </a:spcBef>
              <a:spcAft>
                <a:spcPts val="0"/>
              </a:spcAft>
              <a:defRPr/>
            </a:pPr>
            <a:endParaRPr lang="en-US" sz="2400" dirty="0">
              <a:latin typeface="Poppins" pitchFamily="2" charset="77"/>
              <a:cs typeface="Poppins" pitchFamily="2" charset="77"/>
            </a:endParaRPr>
          </a:p>
          <a:p>
            <a:pPr algn="ctr" defTabSz="457200">
              <a:defRPr/>
            </a:pPr>
            <a:r>
              <a:rPr lang="en-US" sz="2400" b="1" dirty="0">
                <a:latin typeface="Poppins"/>
                <a:cs typeface="Poppins"/>
              </a:rPr>
              <a:t>Team – </a:t>
            </a:r>
            <a:r>
              <a:rPr lang="en-IN" sz="2400" b="1" dirty="0">
                <a:solidFill>
                  <a:prstClr val="black"/>
                </a:solidFill>
              </a:rPr>
              <a:t>Computer Networks</a:t>
            </a:r>
          </a:p>
          <a:p>
            <a:pPr algn="ctr" fontAlgn="auto">
              <a:spcBef>
                <a:spcPts val="0"/>
              </a:spcBef>
              <a:spcAft>
                <a:spcPts val="0"/>
              </a:spcAft>
              <a:defRPr/>
            </a:pPr>
            <a:endParaRPr lang="en-US" sz="2400" dirty="0">
              <a:solidFill>
                <a:schemeClr val="bg1"/>
              </a:solidFill>
              <a:latin typeface="Poppins" pitchFamily="2" charset="77"/>
              <a:cs typeface="Poppins" pitchFamily="2" charset="77"/>
            </a:endParaRPr>
          </a:p>
          <a:p>
            <a:pPr algn="ctr" fontAlgn="auto">
              <a:spcBef>
                <a:spcPts val="0"/>
              </a:spcBef>
              <a:spcAft>
                <a:spcPts val="0"/>
              </a:spcAft>
              <a:defRPr/>
            </a:pPr>
            <a:endParaRPr lang="en-US" sz="2400" dirty="0">
              <a:solidFill>
                <a:schemeClr val="bg1"/>
              </a:solidFill>
              <a:latin typeface="Poppins" pitchFamily="2" charset="77"/>
              <a:cs typeface="Poppins" pitchFamily="2" charset="77"/>
            </a:endParaRPr>
          </a:p>
          <a:p>
            <a:pPr algn="ctr" fontAlgn="auto">
              <a:spcBef>
                <a:spcPts val="0"/>
              </a:spcBef>
              <a:spcAft>
                <a:spcPts val="0"/>
              </a:spcAft>
              <a:defRPr/>
            </a:pPr>
            <a:endParaRPr lang="en-US" sz="2400" dirty="0">
              <a:solidFill>
                <a:schemeClr val="bg1"/>
              </a:solidFill>
              <a:latin typeface="Poppins" pitchFamily="2" charset="77"/>
              <a:cs typeface="Poppins" pitchFamily="2" charset="77"/>
            </a:endParaRPr>
          </a:p>
        </p:txBody>
      </p:sp>
      <p:pic>
        <p:nvPicPr>
          <p:cNvPr id="18" name="Picture 2" descr="KL Deemed to be University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4975" y="2560638"/>
            <a:ext cx="323532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13559</Words>
  <Application>Microsoft Office PowerPoint</Application>
  <PresentationFormat>Widescreen</PresentationFormat>
  <Paragraphs>453</Paragraphs>
  <Slides>46</Slides>
  <Notes>2</Notes>
  <HiddenSlides>0</HiddenSlides>
  <MMClips>0</MMClips>
  <ScaleCrop>false</ScaleCrop>
  <HeadingPairs>
    <vt:vector size="4" baseType="variant">
      <vt:variant>
        <vt:lpstr>Theme</vt:lpstr>
      </vt:variant>
      <vt:variant>
        <vt:i4>3</vt:i4>
      </vt:variant>
      <vt:variant>
        <vt:lpstr>Slide Titles</vt:lpstr>
      </vt:variant>
      <vt:variant>
        <vt:i4>46</vt:i4>
      </vt:variant>
    </vt:vector>
  </HeadingPairs>
  <TitlesOfParts>
    <vt:vector size="49" baseType="lpstr">
      <vt:lpstr>Office Theme</vt:lpstr>
      <vt:lpstr>Gallery</vt:lpstr>
      <vt:lpstr>1_Gallery</vt:lpstr>
      <vt:lpstr>PowerPoint Presentation</vt:lpstr>
      <vt:lpstr>PowerPoint Presentation</vt:lpstr>
      <vt:lpstr>PowerPoint Presentation</vt:lpstr>
      <vt:lpstr> IP ADDRESSES</vt:lpstr>
      <vt:lpstr>IPv4 ADDRESSES</vt:lpstr>
      <vt:lpstr>1. Address SPACE</vt:lpstr>
      <vt:lpstr>2. NOTATIONS</vt:lpstr>
      <vt:lpstr>2. NOTATIONS     (contd…)</vt:lpstr>
      <vt:lpstr>Dotted-decimal notation and binary notation for an IPv4 address</vt:lpstr>
      <vt:lpstr>2. NOTATIONS     (contd…)</vt:lpstr>
      <vt:lpstr>Example</vt:lpstr>
      <vt:lpstr>Example</vt:lpstr>
      <vt:lpstr>Example</vt:lpstr>
      <vt:lpstr>IPv4 Address Rules</vt:lpstr>
      <vt:lpstr>Example</vt:lpstr>
      <vt:lpstr>3. Classful addressing</vt:lpstr>
      <vt:lpstr>Finding the classes in binary and dotted-decimal notation</vt:lpstr>
      <vt:lpstr>Number of blocks and block size in classful IPv4 addressing</vt:lpstr>
      <vt:lpstr>PowerPoint Presentation</vt:lpstr>
      <vt:lpstr>PowerPoint Presentation</vt:lpstr>
      <vt:lpstr>Classful Addressing</vt:lpstr>
      <vt:lpstr>Classful Addressing</vt:lpstr>
      <vt:lpstr>IPv4 Address</vt:lpstr>
      <vt:lpstr>IPv4 Address</vt:lpstr>
      <vt:lpstr>PowerPoint Presentation</vt:lpstr>
      <vt:lpstr>IPv4 Address : Bitwise Operations…</vt:lpstr>
      <vt:lpstr>IPv4 Address : Bitwise Operations…</vt:lpstr>
      <vt:lpstr>Example</vt:lpstr>
      <vt:lpstr>4. Classless addressing</vt:lpstr>
      <vt:lpstr>Classless addressing    contd…</vt:lpstr>
      <vt:lpstr>A block of 16 addresses granted to a small organization</vt:lpstr>
      <vt:lpstr>Classless addressing    contd…</vt:lpstr>
      <vt:lpstr>Classless addressing    contd…</vt:lpstr>
      <vt:lpstr>Example</vt:lpstr>
      <vt:lpstr>Solution</vt:lpstr>
      <vt:lpstr>Example</vt:lpstr>
      <vt:lpstr>Solution</vt:lpstr>
      <vt:lpstr>example</vt:lpstr>
      <vt:lpstr>Internet Protocol version 6 (IPv6)</vt:lpstr>
      <vt:lpstr>Internet Protocol version 6 (IPv6)</vt:lpstr>
      <vt:lpstr>IPv6 Address SPACE</vt:lpstr>
      <vt:lpstr>Internet Protocol version 6 (IPv6)</vt:lpstr>
      <vt:lpstr>PowerPoint Presentation</vt:lpstr>
      <vt:lpstr>SELF-ASSESSMENT QUESTIONS</vt:lpstr>
      <vt:lpstr>REFERENCES FOR FURTHER LEARNING OF THE SESSION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IPv4 ADDRESSES</dc:title>
  <dc:creator>preetham chiramana</dc:creator>
  <cp:lastModifiedBy>Annapurna Gandrety</cp:lastModifiedBy>
  <cp:revision>94</cp:revision>
  <dcterms:created xsi:type="dcterms:W3CDTF">2020-11-27T11:49:00Z</dcterms:created>
  <dcterms:modified xsi:type="dcterms:W3CDTF">2025-07-15T04:59:36Z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DCB54602240D448F841C2A395A8E1258_12</vt:lpwstr>
  </property>
  <property fmtid="{D5CDD505-2E9C-101B-9397-08002B2CF9AE}" pid="3" name="KSOProductBuildVer">
    <vt:lpwstr>1033-12.2.0.20795</vt:lpwstr>
  </property>
</Properties>
</file>