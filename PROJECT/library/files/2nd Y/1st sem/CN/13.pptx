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ppt/notesSlides/notesSlide17.xml" ContentType="application/vnd.openxmlformats-officedocument.presentationml.notesSlide+xml"/>
  <Override PartName="/ppt/theme/themeOverride17.xml" ContentType="application/vnd.openxmlformats-officedocument.themeOverride+xml"/>
  <Override PartName="/ppt/notesSlides/notesSlide18.xml" ContentType="application/vnd.openxmlformats-officedocument.presentationml.notesSlide+xml"/>
  <Override PartName="/ppt/theme/themeOverride18.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28"/>
  </p:notesMasterIdLst>
  <p:sldIdLst>
    <p:sldId id="271" r:id="rId2"/>
    <p:sldId id="300" r:id="rId3"/>
    <p:sldId id="258" r:id="rId4"/>
    <p:sldId id="835" r:id="rId5"/>
    <p:sldId id="535" r:id="rId6"/>
    <p:sldId id="888" r:id="rId7"/>
    <p:sldId id="306" r:id="rId8"/>
    <p:sldId id="894" r:id="rId9"/>
    <p:sldId id="839" r:id="rId10"/>
    <p:sldId id="838" r:id="rId11"/>
    <p:sldId id="890" r:id="rId12"/>
    <p:sldId id="892" r:id="rId13"/>
    <p:sldId id="876" r:id="rId14"/>
    <p:sldId id="893" r:id="rId15"/>
    <p:sldId id="877" r:id="rId16"/>
    <p:sldId id="895" r:id="rId17"/>
    <p:sldId id="878" r:id="rId18"/>
    <p:sldId id="899" r:id="rId19"/>
    <p:sldId id="841" r:id="rId20"/>
    <p:sldId id="897" r:id="rId21"/>
    <p:sldId id="898" r:id="rId22"/>
    <p:sldId id="884" r:id="rId23"/>
    <p:sldId id="274" r:id="rId24"/>
    <p:sldId id="302" r:id="rId25"/>
    <p:sldId id="303" r:id="rId26"/>
    <p:sldId id="304" r:id="rId27"/>
  </p:sldIdLst>
  <p:sldSz cx="12192000" cy="6858000"/>
  <p:notesSz cx="6858000" cy="9144000"/>
  <p:defaultText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smNativeData">
      <pr:smAppRevision xmlns:mc="http://schemas.openxmlformats.org/markup-compatibility/2006" xmlns:p14="http://schemas.microsoft.com/office/powerpoint/2010/main" xmlns:p15="http://schemas.microsoft.com/office/powerpoint/2012/main" xmlns:pr="smNativeData" xmlns="smNativeData" dt="1723870159" val="1216" revOS="4"/>
      <pr:smFileRevision xmlns:mc="http://schemas.openxmlformats.org/markup-compatibility/2006" xmlns:p14="http://schemas.microsoft.com/office/powerpoint/2010/main" xmlns:p15="http://schemas.microsoft.com/office/powerpoint/2012/main" xmlns:pr="smNativeData" xmlns="smNativeData" dt="1723870159" val="101"/>
      <pr:guideOptions xmlns:mc="http://schemas.openxmlformats.org/markup-compatibility/2006" xmlns:p14="http://schemas.microsoft.com/office/powerpoint/2010/main" xmlns:p15="http://schemas.microsoft.com/office/powerpoint/2012/main" xmlns:pr="smNativeData" xmlns="smNativeData" dt="1723870159" snapToBorders="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816" y="-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 d="100"/>
        <a:sy n="13" d="100"/>
      </p:scale>
      <p:origin x="0" y="0"/>
    </p:cViewPr>
  </p:sorterViewPr>
  <p:notesViewPr>
    <p:cSldViewPr snapToGrid="0">
      <p:cViewPr>
        <p:scale>
          <a:sx n="61" d="100"/>
          <a:sy n="61" d="100"/>
        </p:scale>
        <p:origin x="1551"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BIEgAA0wIAABAAAAAmAAAACAAAAD+PAAAAAAAA"/>
              </a:ext>
            </a:extLst>
          </p:cNvSpPr>
          <p:nvPr>
            <p:ph type="hdr" sz="quarter"/>
          </p:nvPr>
        </p:nvSpPr>
        <p:spPr>
          <a:xfrm>
            <a:off x="0" y="0"/>
            <a:ext cx="2971800" cy="459105"/>
          </a:xfrm>
          <a:prstGeom prst="rect">
            <a:avLst/>
          </a:prstGeom>
        </p:spPr>
        <p:txBody>
          <a:bodyPr vert="horz" wrap="square" lIns="91440" tIns="45720" rIns="91440" bIns="45720" numCol="1" spcCol="215900" anchor="t">
            <a:prstTxWarp prst="textNoShape">
              <a:avLst/>
            </a:prstTxWarp>
          </a:bodyPr>
          <a:lstStyle>
            <a:lvl1pPr algn="l">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endParaRPr/>
          </a:p>
        </p:txBody>
      </p:sp>
      <p:sp>
        <p:nvSpPr>
          <p:cNvPr id="3" name="Date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2v63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AAAAAAuKgAA0wIAABAAAAAmAAAACAAAAD+PAAAAAAAA"/>
              </a:ext>
            </a:extLst>
          </p:cNvSpPr>
          <p:nvPr>
            <p:ph type="dt" idx="10"/>
          </p:nvPr>
        </p:nvSpPr>
        <p:spPr>
          <a:xfrm>
            <a:off x="3884930" y="0"/>
            <a:ext cx="2971800" cy="459105"/>
          </a:xfrm>
          <a:prstGeom prst="rect">
            <a:avLst/>
          </a:prstGeom>
        </p:spPr>
        <p:txBody>
          <a:bodyPr vert="horz" wrap="square" lIns="91440" tIns="45720" rIns="91440" bIns="45720" numCol="1" spcCol="215900" anchor="t">
            <a:prstTxWarp prst="textNoShape">
              <a:avLst/>
            </a:prstTxWarp>
          </a:bodyPr>
          <a:lstStyle>
            <a:lvl1pPr algn="r">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1DB5C4A7-E9F0-E032-BE0D-1F678A43484A}" type="datetime1">
              <a:rPr/>
              <a:pPr>
                <a:defRPr lang="en-US"/>
              </a:pPr>
              <a:t>6/10/2024</a:t>
            </a:fld>
            <a:endParaRPr/>
          </a:p>
        </p:txBody>
      </p:sp>
      <p:sp>
        <p:nvSpPr>
          <p:cNvPr id="4" name="Slide Image Placeholder 3"/>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fDxX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L8PAAD/HwAA"/>
              </a:ext>
            </a:extLst>
          </p:cNvSpPr>
          <p:nvPr>
            <p:ph type="sldImg" idx="2"/>
          </p:nvPr>
        </p:nvSpPr>
        <p:spPr>
          <a:xfrm>
            <a:off x="685800" y="1143000"/>
            <a:ext cx="5486400" cy="3086100"/>
          </a:xfrm>
          <a:prstGeom prst="rect">
            <a:avLst/>
          </a:prstGeom>
          <a:noFill/>
          <a:ln w="12700" cap="flat" cmpd="sng" algn="ctr">
            <a:solidFill>
              <a:srgbClr val="000000"/>
            </a:solidFill>
            <a:prstDash val="solid"/>
            <a:headEnd type="none"/>
            <a:tailEnd type="none"/>
          </a:ln>
        </p:spPr>
        <p:txBody>
          <a:bodyPr vert="horz" wrap="square" lIns="91440" tIns="45720" rIns="91440" bIns="45720" numCol="1" spcCol="215900" anchor="ctr">
            <a:prstTxWarp prst="textNoShape">
              <a:avLst/>
            </a:prstTxWarp>
          </a:bodyPr>
          <a:lstStyle/>
          <a:p>
            <a:pPr>
              <a:defRPr lang="en-US"/>
            </a:pPr>
            <a:endParaRPr/>
          </a:p>
        </p:txBody>
      </p:sp>
      <p:sp>
        <p:nvSpPr>
          <p:cNvPr id="5" name="Notes Placeholder 4"/>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Q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AQAABIbAAD4JQAAODEAABAAAAAmAAAACAAAAD8PAAD/HwAA"/>
              </a:ext>
            </a:extLst>
          </p:cNvSpPr>
          <p:nvPr>
            <p:ph type="body" idx="3"/>
          </p:nvPr>
        </p:nvSpPr>
        <p:spPr>
          <a:xfrm>
            <a:off x="685800" y="4400550"/>
            <a:ext cx="5486400" cy="3600450"/>
          </a:xfrm>
          <a:prstGeom prst="rect">
            <a:avLst/>
          </a:prstGeom>
          <a:noFill/>
          <a:ln>
            <a:noFill/>
          </a:ln>
        </p:spPr>
        <p:txBody>
          <a:bodyPr vert="horz" wrap="square" lIns="91440" tIns="45720" rIns="91440" bIns="45720" numCol="1" spcCol="215900" anchor="t">
            <a:prstTxWarp prst="textNoShape">
              <a:avLst/>
            </a:prstTxWarp>
          </a:bodyPr>
          <a:lstStyle/>
          <a:p>
            <a:pPr>
              <a:defRPr lang="en-US"/>
            </a:pPr>
            <a:r>
              <a:rPr lang="en-GB" cap="none"/>
              <a:t>Click to edit Master text styles</a:t>
            </a:r>
          </a:p>
          <a:p>
            <a:pPr lvl="1">
              <a:defRPr lang="en-US"/>
            </a:pPr>
            <a:r>
              <a:rPr lang="en-GB" cap="none"/>
              <a:t>Second level</a:t>
            </a:r>
          </a:p>
          <a:p>
            <a:pPr lvl="2">
              <a:defRPr lang="en-US"/>
            </a:pPr>
            <a:r>
              <a:rPr lang="en-GB" cap="none"/>
              <a:t>Third level</a:t>
            </a:r>
          </a:p>
          <a:p>
            <a:pPr lvl="3">
              <a:defRPr lang="en-US"/>
            </a:pPr>
            <a:r>
              <a:rPr lang="en-GB" cap="none"/>
              <a:t>Fourth level</a:t>
            </a:r>
          </a:p>
          <a:p>
            <a:pPr lvl="4">
              <a:defRPr lang="en-US"/>
            </a:pPr>
            <a:r>
              <a:rPr lang="en-GB" cap="none"/>
              <a:t>Fifth level</a:t>
            </a:r>
          </a:p>
        </p:txBody>
      </p:sp>
      <p:sp>
        <p:nvSpPr>
          <p:cNvPr id="6" name="Footer Placeholder 5"/>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G41AABIEgAAQDgAABAAAAAmAAAACAAAAL+PAAD/HwAA"/>
              </a:ext>
            </a:extLst>
          </p:cNvSpPr>
          <p:nvPr>
            <p:ph type="ftr" sz="quarter" idx="11"/>
          </p:nvPr>
        </p:nvSpPr>
        <p:spPr>
          <a:xfrm>
            <a:off x="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l">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endParaRPr/>
          </a:p>
        </p:txBody>
      </p:sp>
      <p:sp>
        <p:nvSpPr>
          <p:cNvPr id="7" name="Slide Number Placeholder 6"/>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TNFL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G41AAAuKgAAQDgAABAAAAAmAAAACAAAAL+PAAD/HwAA"/>
              </a:ext>
            </a:extLst>
          </p:cNvSpPr>
          <p:nvPr>
            <p:ph type="sldNum" sz="quarter" idx="12"/>
          </p:nvPr>
        </p:nvSpPr>
        <p:spPr>
          <a:xfrm>
            <a:off x="388493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r">
              <a:defRPr lang="en-US" sz="1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fld id="{1DB5A0A2-ECF0-E056-BE0D-1A03EE43484F}" type="slidenum">
              <a:rPr/>
              <a:pPr>
                <a:defRPr lang="en-US"/>
              </a:pPr>
              <a:t>‹#›</a:t>
            </a:fld>
            <a:endParaRPr/>
          </a:p>
        </p:txBody>
      </p:sp>
    </p:spTree>
    <p:extLst>
      <p:ext uri="{BB962C8B-B14F-4D97-AF65-F5344CB8AC3E}">
        <p14:creationId xmlns:p14="http://schemas.microsoft.com/office/powerpoint/2010/main" val="3482877767"/>
      </p:ext>
    </p:extLst>
  </p:cSld>
  <p:clrMap bg1="lt1" tx1="dk1" bg2="lt2" tx2="dk2" accent1="accent1" accent2="accent2" accent3="accent3" accent4="accent4" accent5="accent5" accent6="accent6" hlink="hlink" folHlink="folHlink"/>
  <p:hf hdr="0" ftr="0"/>
  <p:notesStyle>
    <a:lvl1pPr marL="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hemeOverride" Target="../theme/themeOverride17.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hemeOverride" Target="../theme/themeOverr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Google Shape;461;p16:notes"/>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JAAAACQAAAAk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xCFw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AQAALgaAAD4JQAACDQAABAAAAAmAAAACAAAAL0/AAAAAAAA"/>
              </a:ext>
            </a:extLst>
          </p:cNvSpPr>
          <p:nvPr>
            <p:ph type="body" idx="1"/>
          </p:nvPr>
        </p:nvSpPr>
        <p:spPr>
          <a:xfrm>
            <a:off x="685800" y="4343400"/>
            <a:ext cx="5486400" cy="4114800"/>
          </a:xfrm>
          <a:prstGeom prst="rect">
            <a:avLst/>
          </a:prstGeom>
        </p:spPr>
        <p:txBody>
          <a:bodyPr vert="horz" wrap="square" lIns="91440" tIns="91440" rIns="91440" bIns="91440" numCol="1" spcCol="215900" anchor="t">
            <a:prstTxWarp prst="textNoShape">
              <a:avLst/>
            </a:prstTxWarp>
          </a:bodyPr>
          <a:lstStyle/>
          <a:p>
            <a:pPr marL="0" indent="0" algn="l">
              <a:spcBef>
                <a:spcPts val="0"/>
              </a:spcBef>
              <a:spcAft>
                <a:spcPts val="0"/>
              </a:spcAft>
              <a:buNone/>
              <a:defRPr lang="en-US"/>
            </a:pPr>
            <a:endParaRPr/>
          </a:p>
        </p:txBody>
      </p:sp>
      <p:sp>
        <p:nvSpPr>
          <p:cNvPr id="3" name="Google Shape;462;p16:notes"/>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Cw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WAIAADgEAADYJwAAUBkAABAAAAAmAAAACAAAAAEPAAAAAAAA"/>
              </a:ext>
            </a:extLst>
          </p:cNvSpPr>
          <p:nvPr>
            <p:ph type="sldImg" idx="2"/>
          </p:nvPr>
        </p:nvSpPr>
        <p:spPr>
          <a:xfrm>
            <a:off x="381000" y="685800"/>
            <a:ext cx="6096000" cy="3429000"/>
          </a:xfrm>
          <a:custGeom>
            <a:avLst/>
            <a:gdLst/>
            <a:ahLst/>
            <a:cxnLst/>
            <a:rect l="0" t="0" r="6096000" b="3429000"/>
            <a:pathLst>
              <a:path w="6096000" h="3429000" fill="none" extrusionOk="0">
                <a:moveTo>
                  <a:pt x="0" y="0"/>
                </a:moveTo>
                <a:lnTo>
                  <a:pt x="6096000" y="0"/>
                </a:lnTo>
                <a:lnTo>
                  <a:pt x="6096000" y="3429000"/>
                </a:lnTo>
                <a:lnTo>
                  <a:pt x="0" y="3429000"/>
                </a:lnTo>
                <a:close/>
              </a:path>
            </a:pathLst>
          </a:custGeom>
        </p:spPr>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X///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1DB5D473-3DF0-E022-BE0D-CB779A43489E}" type="slidenum">
              <a:rPr/>
              <a:pPr>
                <a:defRPr lang="en-US"/>
              </a:pPr>
              <a:t>3</a:t>
            </a:fld>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A190-DEF0-E057-BE0D-2802EF43487D}" type="slidenum">
              <a:rPr lang="en-US" sz="1200" b="0" i="0" cap="none" baseline="0"/>
              <a:pPr>
                <a:defRPr lang="en-US"/>
              </a:pPr>
              <a:t>4</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DD75-3BF0-E02B-BE0D-CD7E93434898}" type="slidenum">
              <a:rPr lang="en-US" sz="1200" b="0" i="0" cap="none" baseline="0"/>
              <a:pPr>
                <a:defRPr lang="en-US"/>
              </a:pPr>
              <a:t>5</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oau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DTl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F545-0BF0-E003-BE0D-FD56BB4348A8}" type="slidenum">
              <a:rPr lang="en-US" sz="1200" b="0" i="0" cap="none" baseline="0"/>
              <a:pPr>
                <a:defRPr lang="en-US"/>
              </a:pPr>
              <a:t>6</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r///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f///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C1A1-EFF0-E037-BE0D-19628F43484C}" type="slidenum">
              <a:rPr lang="en-US" sz="1200" b="0" i="0" cap="none" baseline="0"/>
              <a:pPr>
                <a:defRPr lang="en-US"/>
              </a:pPr>
              <a:t>9</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mHmK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yByg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n///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C3A9-E7F0-E035-BE0D-11608D434844}" type="slidenum">
              <a:rPr lang="en-US" sz="1200" b="0" i="0" cap="none" baseline="0"/>
              <a:pPr>
                <a:defRPr lang="en-US"/>
              </a:pPr>
              <a:t>10</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9EE6-A8F0-E068-BE0D-5E3DD043480B}" type="slidenum">
              <a:rPr lang="en-US" sz="1200" b="0" i="0" cap="none" baseline="0"/>
              <a:pPr>
                <a:defRPr lang="en-US"/>
              </a:pPr>
              <a:t>11</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L///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874F-01F0-E071-BE0D-F724C94348A2}" type="slidenum">
              <a:rPr lang="en-US" sz="1200" b="0" i="0" cap="none" baseline="0"/>
              <a:pPr>
                <a:defRPr lang="en-US"/>
              </a:pPr>
              <a:t>12</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AAAQ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48L2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F91D-53F0-E00F-BE0D-A55AB74348F0}" type="slidenum">
              <a:rPr lang="en-US" sz="1200" b="0" i="0" cap="none" baseline="0"/>
              <a:pPr>
                <a:defRPr lang="en-US"/>
              </a:pPr>
              <a:t>13</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BwaX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VsPj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Bldn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B53A-74F0-E043-BE0D-8216FB4348D7}" type="slidenum">
              <a:rPr lang="en-US" sz="1200" b="0" i="0" cap="none" baseline="0"/>
              <a:pPr>
                <a:defRPr lang="en-US"/>
              </a:pPr>
              <a:t>14</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YyMz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JQcj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9vb2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A821-6FF0-E05E-BE0D-990BE64348CC}" type="slidenum">
              <a:rPr lang="en-US" sz="1200" b="0" i="0" cap="none" baseline="0"/>
              <a:pPr>
                <a:defRPr lang="en-US"/>
              </a:pPr>
              <a:t>15</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9vb2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CBB9-F7F0-E03D-BE0D-016885434854}" type="slidenum">
              <a:rPr lang="en-US" sz="1200" b="0" i="0" cap="none" baseline="0"/>
              <a:pPr>
                <a:defRPr lang="en-US"/>
              </a:pPr>
              <a:t>16</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9vb2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8729-67F0-E071-BE0D-9124C94348C4}" type="slidenum">
              <a:rPr lang="en-US" sz="1200" b="0" i="0" cap="none" baseline="0"/>
              <a:pPr>
                <a:defRPr lang="en-US"/>
              </a:pPr>
              <a:t>17</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DAw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B160-2EF0-E047-BE0D-D812FF43488D}" type="slidenum">
              <a:rPr lang="en-US" sz="1200" b="0" i="0" cap="none" baseline="0"/>
              <a:pPr>
                <a:defRPr lang="en-US"/>
              </a:pPr>
              <a:t>19</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D5B9-F7F0-E023-BE0D-01769B434854}" type="slidenum">
              <a:rPr lang="en-US" sz="1200" b="0" i="0" cap="none" baseline="0"/>
              <a:pPr>
                <a:defRPr lang="en-US"/>
              </a:pPr>
              <a:t>20</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E3A5-EBF0-E015-BE0D-1D40AD434848}" type="slidenum">
              <a:rPr lang="en-US" sz="1200" b="0" i="0" cap="none" baseline="0"/>
              <a:pPr>
                <a:defRPr lang="en-US"/>
              </a:pPr>
              <a:t>21</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5hcAAG41AAAuKgAAQDgAABAAAAAmAAAACAAAAAGAAAB/AAAA"/>
              </a:ext>
            </a:extLst>
          </p:cNvSpPr>
          <p:nvPr>
            <p:ph type="sldNum" sz="quarter" idx="12"/>
          </p:nvPr>
        </p:nvSpPr>
        <p:spPr>
          <a:xfrm>
            <a:off x="3884930" y="8685530"/>
            <a:ext cx="2971800" cy="458470"/>
          </a:xfrm>
          <a:noFill/>
        </p:spPr>
        <p:txBody>
          <a:bodyPr/>
          <a:lstStyle>
            <a:lvl1pPr>
              <a:defRPr lang="en-US" sz="2800" b="1" i="1" cap="none" baseline="-10000">
                <a:solidFill>
                  <a:schemeClr val="tx1"/>
                </a:solidFill>
                <a:latin typeface="Times New Roman" pitchFamily="1" charset="0"/>
                <a:ea typeface="Calibri" pitchFamily="2" charset="0"/>
                <a:cs typeface="Calibri" pitchFamily="2" charset="0"/>
              </a:defRPr>
            </a:lvl1pPr>
            <a:lvl2pPr marL="742950" indent="-285750">
              <a:defRPr lang="en-US" sz="2800" b="1" i="1" cap="none" baseline="-10000">
                <a:solidFill>
                  <a:schemeClr val="tx1"/>
                </a:solidFill>
                <a:latin typeface="Times New Roman" pitchFamily="1" charset="0"/>
                <a:ea typeface="Calibri" pitchFamily="2" charset="0"/>
                <a:cs typeface="Calibri" pitchFamily="2" charset="0"/>
              </a:defRPr>
            </a:lvl2pPr>
            <a:lvl3pPr marL="1143000" indent="-228600">
              <a:defRPr lang="en-US" sz="2800" b="1" i="1" cap="none" baseline="-10000">
                <a:solidFill>
                  <a:schemeClr val="tx1"/>
                </a:solidFill>
                <a:latin typeface="Times New Roman" pitchFamily="1" charset="0"/>
                <a:ea typeface="Calibri" pitchFamily="2" charset="0"/>
                <a:cs typeface="Calibri" pitchFamily="2" charset="0"/>
              </a:defRPr>
            </a:lvl3pPr>
            <a:lvl4pPr marL="1600200" indent="-228600">
              <a:defRPr lang="en-US" sz="2800" b="1" i="1" cap="none" baseline="-10000">
                <a:solidFill>
                  <a:schemeClr val="tx1"/>
                </a:solidFill>
                <a:latin typeface="Times New Roman" pitchFamily="1" charset="0"/>
                <a:ea typeface="Calibri" pitchFamily="2" charset="0"/>
                <a:cs typeface="Calibri" pitchFamily="2" charset="0"/>
              </a:defRPr>
            </a:lvl4pPr>
            <a:lvl5pPr marL="2057400" indent="-228600">
              <a:defRPr lang="en-US" sz="2800" b="1" i="1" cap="none" baseline="-1000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10000">
                <a:solidFill>
                  <a:schemeClr val="tx1"/>
                </a:solidFill>
                <a:latin typeface="Times New Roman" pitchFamily="1" charset="0"/>
                <a:ea typeface="Calibri" pitchFamily="2" charset="0"/>
                <a:cs typeface="Calibri" pitchFamily="2" charset="0"/>
              </a:defRPr>
            </a:lvl9pPr>
          </a:lstStyle>
          <a:p>
            <a:pPr>
              <a:defRPr lang="en-US"/>
            </a:pPr>
            <a:fld id="{1DB5EFBE-F0F0-E019-BE0D-064CA1434853}" type="slidenum">
              <a:rPr lang="en-US" sz="1200" b="0" i="0" cap="none" baseline="0"/>
              <a:pPr>
                <a:defRPr lang="en-US"/>
              </a:pPr>
              <a:t>22</a:t>
            </a:fld>
            <a:endParaRPr lang="en-US" sz="1200" b="0" i="0" cap="none" baseline="0"/>
          </a:p>
        </p:txBody>
      </p:sp>
      <p:sp>
        <p:nvSpPr>
          <p:cNvPr id="3" name="Rectangle 2"/>
          <p:cNvSpPr>
            <a:spLocks noGrp="1" noRot="1" noChangeAspect="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CAHwAA"/>
              </a:ext>
            </a:extLst>
          </p:cNvSpPr>
          <p:nvPr>
            <p:ph type="sldImg"/>
          </p:nvPr>
        </p:nvSpPr>
        <p:spPr>
          <a:xfrm>
            <a:off x="685800" y="1143000"/>
            <a:ext cx="5486400" cy="3086100"/>
          </a:xfrm>
          <a:ln w="12700" cap="flat" cmpd="sng" algn="ctr">
            <a:solidFill>
              <a:srgbClr val="000000"/>
            </a:solidFill>
            <a:prstDash val="solid"/>
            <a:headEnd type="none"/>
            <a:tailEnd type="none"/>
          </a:ln>
        </p:spPr>
      </p:sp>
      <p:sp>
        <p:nvSpPr>
          <p:cNvPr id="4" name="Rectangle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IbAAD4JQAAODEAABAAAAAmAAAACAAAAAEAAAB/AAAA"/>
              </a:ext>
            </a:extLst>
          </p:cNvSpPr>
          <p:nvPr>
            <p:ph type="body" idx="1"/>
          </p:nvPr>
        </p:nvSpPr>
        <p:spPr>
          <a:xfrm>
            <a:off x="685800" y="4400550"/>
            <a:ext cx="5486400" cy="3600450"/>
          </a:xfrm>
          <a:noFill/>
        </p:spPr>
        <p:txBody>
          <a:bodyPr/>
          <a:lstStyle/>
          <a:p>
            <a:pPr>
              <a:defRPr lang="en-US"/>
            </a:pPr>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YAkAAOgGAACgQQAAmBUAABAAAAAmAAAACAAAAIGAAAAAAAAA"/>
              </a:ext>
            </a:extLst>
          </p:cNvSpPr>
          <p:nvPr>
            <p:ph type="ctrTitle"/>
          </p:nvPr>
        </p:nvSpPr>
        <p:spPr>
          <a:xfrm>
            <a:off x="1524000" y="1122680"/>
            <a:ext cx="9144000" cy="2387600"/>
          </a:xfrm>
        </p:spPr>
        <p:txBody>
          <a:bodyPr vert="horz" wrap="square" lIns="91440" tIns="45720" rIns="91440" bIns="45720" numCol="1" spcCol="215900" anchor="b">
            <a:prstTxWarp prst="textNoShape">
              <a:avLst/>
            </a:prstTxWarp>
          </a:bodyPr>
          <a:lstStyle>
            <a:lvl1pPr algn="ctr">
              <a:defRPr lang="en-US" sz="60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Subtitle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YAkAACkWAACgQQAAWCAAABAAAAAmAAAACAAAAAGAAAAAAAAA"/>
              </a:ext>
            </a:extLst>
          </p:cNvSpPr>
          <p:nvPr>
            <p:ph type="subTitle" idx="1"/>
          </p:nvPr>
        </p:nvSpPr>
        <p:spPr>
          <a:xfrm>
            <a:off x="1524000" y="3602355"/>
            <a:ext cx="9144000" cy="1655445"/>
          </a:xfrm>
        </p:spPr>
        <p:txBody>
          <a:bodyPr/>
          <a:lstStyle>
            <a:lvl1pPr marL="0" indent="0" algn="ctr">
              <a:buNone/>
              <a:defRPr lang="en-US" sz="2400" cap="none"/>
            </a:lvl1pPr>
            <a:lvl2pPr marL="457200" indent="0" algn="ctr">
              <a:buNone/>
              <a:defRPr lang="en-US" sz="2000" cap="none"/>
            </a:lvl2pPr>
            <a:lvl3pPr marL="914400" indent="0" algn="ctr">
              <a:buNone/>
              <a:defRPr lang="en-US" sz="1800" cap="none"/>
            </a:lvl3pPr>
            <a:lvl4pPr marL="1371600" indent="0" algn="ctr">
              <a:buNone/>
              <a:defRPr lang="en-US" sz="1600" cap="none"/>
            </a:lvl4pPr>
            <a:lvl5pPr marL="1828800" indent="0" algn="ctr">
              <a:buNone/>
              <a:defRPr lang="en-US" sz="1600" cap="none"/>
            </a:lvl5pPr>
            <a:lvl6pPr marL="2286000" indent="0" algn="ctr">
              <a:buNone/>
              <a:defRPr lang="en-US" sz="1600" cap="none"/>
            </a:lvl6pPr>
            <a:lvl7pPr marL="2743200" indent="0" algn="ctr">
              <a:buNone/>
              <a:defRPr lang="en-US" sz="1600" cap="none"/>
            </a:lvl7pPr>
            <a:lvl8pPr marL="3200400" indent="0" algn="ctr">
              <a:buNone/>
              <a:defRPr lang="en-US" sz="1600" cap="none"/>
            </a:lvl8pPr>
            <a:lvl9pPr marL="3657600" indent="0" algn="ctr">
              <a:buNone/>
              <a:defRPr lang="en-US" sz="1600" cap="none"/>
            </a:lvl9pPr>
          </a:lstStyle>
          <a:p>
            <a:pPr>
              <a:defRPr lang="en-US"/>
            </a:pPr>
            <a:r>
              <a:t>Click to edit Master subtitle style</a:t>
            </a:r>
          </a:p>
        </p:txBody>
      </p:sp>
      <p:sp>
        <p:nvSpPr>
          <p:cNvPr id="4" name="Date 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GAAAAAAAAA"/>
              </a:ext>
            </a:extLst>
          </p:cNvSpPr>
          <p:nvPr>
            <p:ph type="dt" sz="half" idx="10"/>
          </p:nvPr>
        </p:nvSpPr>
        <p:spPr>
          <a:xfrm>
            <a:off x="838200" y="6356350"/>
            <a:ext cx="2743200" cy="365125"/>
          </a:xfrm>
        </p:spPr>
        <p:txBody>
          <a:bodyPr/>
          <a:lstStyle/>
          <a:p>
            <a:pPr>
              <a:defRPr lang="en-US"/>
            </a:pPr>
            <a:fld id="{1DB59F8D-C3F0-E069-BE0D-353CD1434860}" type="datetime1">
              <a:rPr lang="en-US" cap="none">
                <a:solidFill>
                  <a:srgbClr val="8C8C8C"/>
                </a:solidFill>
              </a:rPr>
              <a:pPr>
                <a:defRPr lang="en-US"/>
              </a:pPr>
              <a:t>8/10/2025</a:t>
            </a:fld>
            <a:endParaRPr lang="en-US" cap="none">
              <a:solidFill>
                <a:srgbClr val="8C8C8C"/>
              </a:solidFill>
            </a:endParaRPr>
          </a:p>
        </p:txBody>
      </p:sp>
      <p:sp>
        <p:nvSpPr>
          <p:cNvPr id="5" name="Footer Placeholder 4"/>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GAAAAAAAAA"/>
              </a:ext>
            </a:extLst>
          </p:cNvSpPr>
          <p:nvPr>
            <p:ph type="ftr" sz="quarter" idx="11"/>
          </p:nvPr>
        </p:nvSpPr>
        <p:spPr>
          <a:xfrm>
            <a:off x="4038600" y="6356350"/>
            <a:ext cx="4114800" cy="365125"/>
          </a:xfrm>
        </p:spPr>
        <p:txBody>
          <a:bodyPr/>
          <a:lstStyle/>
          <a:p>
            <a:pPr>
              <a:defRPr lang="en-US"/>
            </a:pPr>
            <a:endParaRPr lang="en-US" cap="none">
              <a:solidFill>
                <a:srgbClr val="8C8C8C"/>
              </a:solidFill>
            </a:endParaRPr>
          </a:p>
        </p:txBody>
      </p:sp>
      <p:sp>
        <p:nvSpPr>
          <p:cNvPr id="6" name="Slide Number Placeholder 5"/>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GAAAAAAAAA"/>
              </a:ext>
            </a:extLst>
          </p:cNvSpPr>
          <p:nvPr>
            <p:ph type="sldNum" sz="quarter" idx="12"/>
          </p:nvPr>
        </p:nvSpPr>
        <p:spPr>
          <a:xfrm>
            <a:off x="8610600" y="6356350"/>
            <a:ext cx="2743200" cy="365125"/>
          </a:xfrm>
        </p:spPr>
        <p:txBody>
          <a:bodyPr/>
          <a:lstStyle/>
          <a:p>
            <a:pPr>
              <a:defRPr lang="en-US"/>
            </a:pPr>
            <a:fld id="{1DB5B09B-D5F0-E046-BE0D-2313FE434876}" type="slidenum">
              <a:rPr lang="en-US" cap="none">
                <a:solidFill>
                  <a:srgbClr val="8C8C8C"/>
                </a:solidFill>
              </a:rPr>
              <a:pPr>
                <a:defRPr lang="en-US"/>
              </a:pPr>
              <a:t>‹#›</a:t>
            </a:fld>
            <a:endParaRPr lang="en-US" cap="none">
              <a:solidFill>
                <a:srgbClr val="8C8C8C"/>
              </a:solidFill>
            </a:endParaRPr>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GAAAAAAAAA"/>
              </a:ext>
            </a:extLst>
          </p:cNvSpPr>
          <p:nvPr>
            <p:ph type="title"/>
          </p:nvPr>
        </p:nvSpPr>
        <p:spPr>
          <a:xfrm>
            <a:off x="838200" y="365125"/>
            <a:ext cx="10515600" cy="1325880"/>
          </a:xfrm>
        </p:spPr>
        <p:txBody>
          <a:bodyPr/>
          <a:lstStyle/>
          <a:p>
            <a:pPr>
              <a:defRPr lang="en-US"/>
            </a:pPr>
            <a:r>
              <a:t>Click to edit Master title style</a:t>
            </a:r>
          </a:p>
        </p:txBody>
      </p:sp>
      <p:sp>
        <p:nvSpPr>
          <p:cNvPr id="3" name="Content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sLAADYRQAAACYAABAAAAAmAAAACAAAAAGAAAAAAAAA"/>
              </a:ext>
            </a:extLst>
          </p:cNvSpPr>
          <p:nvPr>
            <p:ph idx="1"/>
          </p:nvPr>
        </p:nvSpPr>
        <p:spPr>
          <a:xfrm>
            <a:off x="838200" y="1825625"/>
            <a:ext cx="10515600" cy="4351655"/>
          </a:xfrm>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GAAAAAAAAA"/>
              </a:ext>
            </a:extLst>
          </p:cNvSpPr>
          <p:nvPr>
            <p:ph type="dt" sz="half" idx="10"/>
          </p:nvPr>
        </p:nvSpPr>
        <p:spPr>
          <a:xfrm>
            <a:off x="838200" y="6356350"/>
            <a:ext cx="2743200" cy="365125"/>
          </a:xfrm>
        </p:spPr>
        <p:txBody>
          <a:bodyPr/>
          <a:lstStyle/>
          <a:p>
            <a:pPr>
              <a:defRPr lang="en-US"/>
            </a:pPr>
            <a:fld id="{1DB598D1-9FF0-E06E-BE0D-693BD643483C}" type="datetime1">
              <a:rPr lang="en-US" cap="none">
                <a:solidFill>
                  <a:srgbClr val="8C8C8C"/>
                </a:solidFill>
              </a:rPr>
              <a:pPr>
                <a:defRPr lang="en-US"/>
              </a:pPr>
              <a:t>8/10/2025</a:t>
            </a:fld>
            <a:endParaRPr lang="en-US" cap="none">
              <a:solidFill>
                <a:srgbClr val="8C8C8C"/>
              </a:solidFill>
            </a:endParaRPr>
          </a:p>
        </p:txBody>
      </p:sp>
      <p:sp>
        <p:nvSpPr>
          <p:cNvPr id="5" name="Footer Placeholder 4"/>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GAAAAAAAAA"/>
              </a:ext>
            </a:extLst>
          </p:cNvSpPr>
          <p:nvPr>
            <p:ph type="ftr" sz="quarter" idx="11"/>
          </p:nvPr>
        </p:nvSpPr>
        <p:spPr>
          <a:xfrm>
            <a:off x="4038600" y="6356350"/>
            <a:ext cx="4114800" cy="365125"/>
          </a:xfrm>
        </p:spPr>
        <p:txBody>
          <a:bodyPr/>
          <a:lstStyle/>
          <a:p>
            <a:pPr>
              <a:defRPr lang="en-US"/>
            </a:pPr>
            <a:endParaRPr lang="en-US" cap="none">
              <a:solidFill>
                <a:srgbClr val="8C8C8C"/>
              </a:solidFill>
            </a:endParaRPr>
          </a:p>
        </p:txBody>
      </p:sp>
      <p:sp>
        <p:nvSpPr>
          <p:cNvPr id="6" name="Slide Number Placeholder 5"/>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GAAAAAAAAA"/>
              </a:ext>
            </a:extLst>
          </p:cNvSpPr>
          <p:nvPr>
            <p:ph type="sldNum" sz="quarter" idx="12"/>
          </p:nvPr>
        </p:nvSpPr>
        <p:spPr>
          <a:xfrm>
            <a:off x="8610600" y="6356350"/>
            <a:ext cx="2743200" cy="365125"/>
          </a:xfrm>
        </p:spPr>
        <p:txBody>
          <a:bodyPr/>
          <a:lstStyle/>
          <a:p>
            <a:pPr>
              <a:defRPr lang="en-US"/>
            </a:pPr>
            <a:fld id="{1DB5FB64-2AF0-E00D-BE0D-DC58B5434889}" type="slidenum">
              <a:rPr lang="en-US" cap="none">
                <a:solidFill>
                  <a:srgbClr val="8C8C8C"/>
                </a:solidFill>
              </a:rPr>
              <a:pPr>
                <a:defRPr lang="en-US"/>
              </a:pPr>
              <a:t>‹#›</a:t>
            </a:fld>
            <a:endParaRPr lang="en-US" cap="none">
              <a:solidFill>
                <a:srgbClr val="8C8C8C"/>
              </a:solidFill>
            </a:endParaRPr>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HgUAAIUKAADORQAAERwAABAAAAAmAAAACAAAAIGAAAAAAAAA"/>
              </a:ext>
            </a:extLst>
          </p:cNvSpPr>
          <p:nvPr>
            <p:ph type="title"/>
          </p:nvPr>
        </p:nvSpPr>
        <p:spPr>
          <a:xfrm>
            <a:off x="831850" y="1710055"/>
            <a:ext cx="10515600" cy="2852420"/>
          </a:xfrm>
        </p:spPr>
        <p:txBody>
          <a:bodyPr vert="horz" wrap="square" lIns="91440" tIns="45720" rIns="91440" bIns="45720" numCol="1" spcCol="215900" anchor="b">
            <a:prstTxWarp prst="textNoShape">
              <a:avLst/>
            </a:prstTxWarp>
          </a:bodyPr>
          <a:lstStyle>
            <a:lvl1pPr>
              <a:defRPr lang="en-US" sz="60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Text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HgUAADwcAADORQAAdiUAABAAAAAmAAAACAAAAAGAAAAAAAAA"/>
              </a:ext>
            </a:extLst>
          </p:cNvSpPr>
          <p:nvPr>
            <p:ph idx="1"/>
          </p:nvPr>
        </p:nvSpPr>
        <p:spPr>
          <a:xfrm>
            <a:off x="831850" y="4589780"/>
            <a:ext cx="10515600" cy="1499870"/>
          </a:xfrm>
        </p:spPr>
        <p:txBody>
          <a:bodyPr/>
          <a:lstStyle>
            <a:lvl1pPr marL="0" indent="0">
              <a:buNone/>
              <a:defRPr lang="en-US" sz="2400" cap="none">
                <a:solidFill>
                  <a:srgbClr val="8C8C8C"/>
                </a:solidFill>
              </a:defRPr>
            </a:lvl1pPr>
            <a:lvl2pPr marL="457200" indent="0">
              <a:buNone/>
              <a:defRPr lang="en-US" sz="2000" cap="none">
                <a:solidFill>
                  <a:srgbClr val="8C8C8C"/>
                </a:solidFill>
              </a:defRPr>
            </a:lvl2pPr>
            <a:lvl3pPr marL="914400" indent="0">
              <a:buNone/>
              <a:defRPr lang="en-US" sz="1800" cap="none">
                <a:solidFill>
                  <a:srgbClr val="8C8C8C"/>
                </a:solidFill>
              </a:defRPr>
            </a:lvl3pPr>
            <a:lvl4pPr marL="1371600" indent="0">
              <a:buNone/>
              <a:defRPr lang="en-US" sz="1600" cap="none">
                <a:solidFill>
                  <a:srgbClr val="8C8C8C"/>
                </a:solidFill>
              </a:defRPr>
            </a:lvl4pPr>
            <a:lvl5pPr marL="1828800" indent="0">
              <a:buNone/>
              <a:defRPr lang="en-US" sz="1600" cap="none">
                <a:solidFill>
                  <a:srgbClr val="8C8C8C"/>
                </a:solidFill>
              </a:defRPr>
            </a:lvl5pPr>
            <a:lvl6pPr marL="2286000" indent="0">
              <a:buNone/>
              <a:defRPr lang="en-US" sz="1600" cap="none">
                <a:solidFill>
                  <a:srgbClr val="8C8C8C"/>
                </a:solidFill>
              </a:defRPr>
            </a:lvl6pPr>
            <a:lvl7pPr marL="2743200" indent="0">
              <a:buNone/>
              <a:defRPr lang="en-US" sz="1600" cap="none">
                <a:solidFill>
                  <a:srgbClr val="8C8C8C"/>
                </a:solidFill>
              </a:defRPr>
            </a:lvl7pPr>
            <a:lvl8pPr marL="3200400" indent="0">
              <a:buNone/>
              <a:defRPr lang="en-US" sz="1600" cap="none">
                <a:solidFill>
                  <a:srgbClr val="8C8C8C"/>
                </a:solidFill>
              </a:defRPr>
            </a:lvl8pPr>
            <a:lvl9pPr marL="3657600" indent="0">
              <a:buNone/>
              <a:defRPr lang="en-US" sz="1600" cap="none">
                <a:solidFill>
                  <a:srgbClr val="8C8C8C"/>
                </a:solidFill>
              </a:defRPr>
            </a:lvl9pPr>
          </a:lstStyle>
          <a:p>
            <a:pPr>
              <a:defRPr lang="en-US"/>
            </a:pPr>
            <a:r>
              <a:t>Click to edit Master text styles</a:t>
            </a:r>
          </a:p>
        </p:txBody>
      </p:sp>
      <p:sp>
        <p:nvSpPr>
          <p:cNvPr id="4" name="Date 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GAAAAAAAAA"/>
              </a:ext>
            </a:extLst>
          </p:cNvSpPr>
          <p:nvPr>
            <p:ph type="dt" sz="half" idx="10"/>
          </p:nvPr>
        </p:nvSpPr>
        <p:spPr>
          <a:xfrm>
            <a:off x="838200" y="6356350"/>
            <a:ext cx="2743200" cy="365125"/>
          </a:xfrm>
        </p:spPr>
        <p:txBody>
          <a:bodyPr/>
          <a:lstStyle/>
          <a:p>
            <a:pPr>
              <a:defRPr lang="en-US"/>
            </a:pPr>
            <a:fld id="{1DB5FDFA-B4F0-E00B-BE0D-425EB3434817}" type="datetime1">
              <a:rPr lang="en-US" cap="none">
                <a:solidFill>
                  <a:srgbClr val="8C8C8C"/>
                </a:solidFill>
              </a:rPr>
              <a:pPr>
                <a:defRPr lang="en-US"/>
              </a:pPr>
              <a:t>8/10/2025</a:t>
            </a:fld>
            <a:endParaRPr lang="en-US" cap="none">
              <a:solidFill>
                <a:srgbClr val="8C8C8C"/>
              </a:solidFill>
            </a:endParaRPr>
          </a:p>
        </p:txBody>
      </p:sp>
      <p:sp>
        <p:nvSpPr>
          <p:cNvPr id="5" name="Footer Placeholder 4"/>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GAAAAAAAAA"/>
              </a:ext>
            </a:extLst>
          </p:cNvSpPr>
          <p:nvPr>
            <p:ph type="ftr" sz="quarter" idx="11"/>
          </p:nvPr>
        </p:nvSpPr>
        <p:spPr>
          <a:xfrm>
            <a:off x="4038600" y="6356350"/>
            <a:ext cx="4114800" cy="365125"/>
          </a:xfrm>
        </p:spPr>
        <p:txBody>
          <a:bodyPr/>
          <a:lstStyle/>
          <a:p>
            <a:pPr>
              <a:defRPr lang="en-US"/>
            </a:pPr>
            <a:endParaRPr lang="en-US" cap="none">
              <a:solidFill>
                <a:srgbClr val="8C8C8C"/>
              </a:solidFill>
            </a:endParaRPr>
          </a:p>
        </p:txBody>
      </p:sp>
      <p:sp>
        <p:nvSpPr>
          <p:cNvPr id="6" name="Slide Number Placeholder 5"/>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EAZ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GAAAAAAAAA"/>
              </a:ext>
            </a:extLst>
          </p:cNvSpPr>
          <p:nvPr>
            <p:ph type="sldNum" sz="quarter" idx="12"/>
          </p:nvPr>
        </p:nvSpPr>
        <p:spPr>
          <a:xfrm>
            <a:off x="8610600" y="6356350"/>
            <a:ext cx="2743200" cy="365125"/>
          </a:xfrm>
        </p:spPr>
        <p:txBody>
          <a:bodyPr/>
          <a:lstStyle/>
          <a:p>
            <a:pPr>
              <a:defRPr lang="en-US"/>
            </a:pPr>
            <a:fld id="{1DB5AA3B-75F0-E05C-BE0D-8309E44348D6}" type="slidenum">
              <a:rPr lang="en-US" cap="none">
                <a:solidFill>
                  <a:srgbClr val="8C8C8C"/>
                </a:solidFill>
              </a:rPr>
              <a:pPr>
                <a:defRPr lang="en-US"/>
              </a:pPr>
              <a:t>‹#›</a:t>
            </a:fld>
            <a:endParaRPr lang="en-US" cap="none">
              <a:solidFill>
                <a:srgbClr val="8C8C8C"/>
              </a:solidFill>
            </a:endParaRPr>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GAAAAAAAAA"/>
              </a:ext>
            </a:extLst>
          </p:cNvSpPr>
          <p:nvPr>
            <p:ph type="title"/>
          </p:nvPr>
        </p:nvSpPr>
        <p:spPr>
          <a:xfrm>
            <a:off x="838200" y="365125"/>
            <a:ext cx="10515600" cy="1325880"/>
          </a:xfrm>
        </p:spPr>
        <p:txBody>
          <a:bodyPr/>
          <a:lstStyle/>
          <a:p>
            <a:pPr>
              <a:defRPr lang="en-US"/>
            </a:pPr>
            <a:r>
              <a:t>Click to edit Master title style</a:t>
            </a:r>
          </a:p>
        </p:txBody>
      </p:sp>
      <p:sp>
        <p:nvSpPr>
          <p:cNvPr id="3" name="Content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sLAAAIJQAAACYAABAAAAAmAAAACAAAAAGAAAAAAAAA"/>
              </a:ext>
            </a:extLst>
          </p:cNvSpPr>
          <p:nvPr>
            <p:ph idx="1"/>
          </p:nvPr>
        </p:nvSpPr>
        <p:spPr>
          <a:xfrm>
            <a:off x="838200" y="1825625"/>
            <a:ext cx="5181600" cy="4351655"/>
          </a:xfrm>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Content 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UAADsLAADYRQAAACYAABAAAAAmAAAACAAAAAGAAAAAAAAA"/>
              </a:ext>
            </a:extLst>
          </p:cNvSpPr>
          <p:nvPr>
            <p:ph idx="2"/>
          </p:nvPr>
        </p:nvSpPr>
        <p:spPr>
          <a:xfrm>
            <a:off x="6172200" y="1825625"/>
            <a:ext cx="5181600" cy="4351655"/>
          </a:xfrm>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5" name="Date Placeholder 4"/>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GAAAAAAAAA"/>
              </a:ext>
            </a:extLst>
          </p:cNvSpPr>
          <p:nvPr>
            <p:ph type="dt" sz="half" idx="10"/>
          </p:nvPr>
        </p:nvSpPr>
        <p:spPr>
          <a:xfrm>
            <a:off x="838200" y="6356350"/>
            <a:ext cx="2743200" cy="365125"/>
          </a:xfrm>
        </p:spPr>
        <p:txBody>
          <a:bodyPr/>
          <a:lstStyle/>
          <a:p>
            <a:pPr>
              <a:defRPr lang="en-US"/>
            </a:pPr>
            <a:fld id="{1DB5EC1C-52F0-E01A-BE0D-A44FA24348F1}" type="datetime1">
              <a:rPr lang="en-US" cap="none">
                <a:solidFill>
                  <a:srgbClr val="8C8C8C"/>
                </a:solidFill>
              </a:rPr>
              <a:pPr>
                <a:defRPr lang="en-US"/>
              </a:pPr>
              <a:t>8/10/2025</a:t>
            </a:fld>
            <a:endParaRPr lang="en-US" cap="none">
              <a:solidFill>
                <a:srgbClr val="8C8C8C"/>
              </a:solidFill>
            </a:endParaRPr>
          </a:p>
        </p:txBody>
      </p:sp>
      <p:sp>
        <p:nvSpPr>
          <p:cNvPr id="6" name="Footer Placeholder 5"/>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GAAAAAAAAA"/>
              </a:ext>
            </a:extLst>
          </p:cNvSpPr>
          <p:nvPr>
            <p:ph type="ftr" sz="quarter" idx="11"/>
          </p:nvPr>
        </p:nvSpPr>
        <p:spPr>
          <a:xfrm>
            <a:off x="4038600" y="6356350"/>
            <a:ext cx="4114800" cy="365125"/>
          </a:xfrm>
        </p:spPr>
        <p:txBody>
          <a:bodyPr/>
          <a:lstStyle/>
          <a:p>
            <a:pPr>
              <a:defRPr lang="en-US"/>
            </a:pPr>
            <a:endParaRPr lang="en-US" cap="none">
              <a:solidFill>
                <a:srgbClr val="8C8C8C"/>
              </a:solidFill>
            </a:endParaRPr>
          </a:p>
        </p:txBody>
      </p:sp>
      <p:sp>
        <p:nvSpPr>
          <p:cNvPr id="7" name="Slide Number Placeholder 6"/>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GAAAAAAAAA"/>
              </a:ext>
            </a:extLst>
          </p:cNvSpPr>
          <p:nvPr>
            <p:ph type="sldNum" sz="quarter" idx="12"/>
          </p:nvPr>
        </p:nvSpPr>
        <p:spPr>
          <a:xfrm>
            <a:off x="8610600" y="6356350"/>
            <a:ext cx="2743200" cy="365125"/>
          </a:xfrm>
        </p:spPr>
        <p:txBody>
          <a:bodyPr/>
          <a:lstStyle/>
          <a:p>
            <a:pPr>
              <a:defRPr lang="en-US"/>
            </a:pPr>
            <a:fld id="{1DB5FCDB-95F0-E00A-BE0D-635FB2434836}" type="slidenum">
              <a:rPr lang="en-US" cap="none">
                <a:solidFill>
                  <a:srgbClr val="8C8C8C"/>
                </a:solidFill>
              </a:rPr>
              <a:pPr>
                <a:defRPr lang="en-US"/>
              </a:pPr>
              <a:t>‹#›</a:t>
            </a:fld>
            <a:endParaRPr lang="en-US" cap="none">
              <a:solidFill>
                <a:srgbClr val="8C8C8C"/>
              </a:solidFill>
            </a:endParaRPr>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wUAAD8CAADbRQAAZwoAABAAAAAmAAAACAAAAAGAAAAAAAAA"/>
              </a:ext>
            </a:extLst>
          </p:cNvSpPr>
          <p:nvPr>
            <p:ph type="title"/>
          </p:nvPr>
        </p:nvSpPr>
        <p:spPr>
          <a:xfrm>
            <a:off x="840105" y="365125"/>
            <a:ext cx="10515600" cy="1325880"/>
          </a:xfrm>
        </p:spPr>
        <p:txBody>
          <a:bodyPr/>
          <a:lstStyle/>
          <a:p>
            <a:pPr>
              <a:defRPr lang="en-US"/>
            </a:pPr>
            <a:r>
              <a:t>Click to edit Master title style</a:t>
            </a:r>
          </a:p>
        </p:txBody>
      </p:sp>
      <p:sp>
        <p:nvSpPr>
          <p:cNvPr id="3" name="Text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wUAAFgKAADlJAAAaQ8AABAAAAAmAAAACAAAAIGAAAAAAAAA"/>
              </a:ext>
            </a:extLst>
          </p:cNvSpPr>
          <p:nvPr>
            <p:ph idx="1"/>
          </p:nvPr>
        </p:nvSpPr>
        <p:spPr>
          <a:xfrm>
            <a:off x="840105" y="1681480"/>
            <a:ext cx="5157470" cy="823595"/>
          </a:xfrm>
        </p:spPr>
        <p:txBody>
          <a:bodyPr vert="horz" wrap="square" lIns="91440" tIns="45720" rIns="91440" bIns="45720" numCol="1" spcCol="215900" anchor="b">
            <a:prstTxWarp prst="textNoShape">
              <a:avLst/>
            </a:prstTxWarp>
          </a:bodyPr>
          <a:lstStyle>
            <a:lvl1pPr marL="0" indent="0">
              <a:buNone/>
              <a:defRPr lang="en-US" sz="2400" b="1" cap="none"/>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a:defRPr lang="en-US"/>
            </a:pPr>
            <a:r>
              <a:t>Click to edit Master text styles</a:t>
            </a:r>
          </a:p>
        </p:txBody>
      </p:sp>
      <p:sp>
        <p:nvSpPr>
          <p:cNvPr id="4" name="Content 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Tcl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wUAAGkPAADlJAAAFCYAABAAAAAmAAAACAAAAAGAAAAAAAAA"/>
              </a:ext>
            </a:extLst>
          </p:cNvSpPr>
          <p:nvPr>
            <p:ph idx="2"/>
          </p:nvPr>
        </p:nvSpPr>
        <p:spPr>
          <a:xfrm>
            <a:off x="840105" y="2505075"/>
            <a:ext cx="5157470" cy="3684905"/>
          </a:xfrm>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5" name="Text Placeholder 4"/>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UAAFgKAADbRQAAaQ8AABAAAAAmAAAACAAAAIGAAAAAAAAA"/>
              </a:ext>
            </a:extLst>
          </p:cNvSpPr>
          <p:nvPr>
            <p:ph idx="3"/>
          </p:nvPr>
        </p:nvSpPr>
        <p:spPr>
          <a:xfrm>
            <a:off x="6172200" y="1681480"/>
            <a:ext cx="5183505" cy="823595"/>
          </a:xfrm>
        </p:spPr>
        <p:txBody>
          <a:bodyPr vert="horz" wrap="square" lIns="91440" tIns="45720" rIns="91440" bIns="45720" numCol="1" spcCol="215900" anchor="b">
            <a:prstTxWarp prst="textNoShape">
              <a:avLst/>
            </a:prstTxWarp>
          </a:bodyPr>
          <a:lstStyle>
            <a:lvl1pPr marL="0" indent="0">
              <a:buNone/>
              <a:defRPr lang="en-US" sz="2400" b="1" cap="none"/>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a:defRPr lang="en-US"/>
            </a:pPr>
            <a:r>
              <a:t>Click to edit Master text styles</a:t>
            </a:r>
          </a:p>
        </p:txBody>
      </p:sp>
      <p:sp>
        <p:nvSpPr>
          <p:cNvPr id="6" name="Content Placeholder 5"/>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alW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CUAAGkPAADbRQAAFCYAABAAAAAmAAAACAAAAAGAAAAAAAAA"/>
              </a:ext>
            </a:extLst>
          </p:cNvSpPr>
          <p:nvPr>
            <p:ph idx="4"/>
          </p:nvPr>
        </p:nvSpPr>
        <p:spPr>
          <a:xfrm>
            <a:off x="6172200" y="2505075"/>
            <a:ext cx="5183505" cy="3684905"/>
          </a:xfrm>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7" name="Date Placeholder 6"/>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GAAAAAAAAA"/>
              </a:ext>
            </a:extLst>
          </p:cNvSpPr>
          <p:nvPr>
            <p:ph type="dt" sz="half" idx="10"/>
          </p:nvPr>
        </p:nvSpPr>
        <p:spPr>
          <a:xfrm>
            <a:off x="838200" y="6356350"/>
            <a:ext cx="2743200" cy="365125"/>
          </a:xfrm>
        </p:spPr>
        <p:txBody>
          <a:bodyPr/>
          <a:lstStyle/>
          <a:p>
            <a:pPr>
              <a:defRPr lang="en-US"/>
            </a:pPr>
            <a:fld id="{1DB5B366-28F0-E045-BE0D-DE10FD43488B}" type="datetime1">
              <a:rPr lang="en-US" cap="none">
                <a:solidFill>
                  <a:srgbClr val="8C8C8C"/>
                </a:solidFill>
              </a:rPr>
              <a:pPr>
                <a:defRPr lang="en-US"/>
              </a:pPr>
              <a:t>8/10/2025</a:t>
            </a:fld>
            <a:endParaRPr lang="en-US" cap="none">
              <a:solidFill>
                <a:srgbClr val="8C8C8C"/>
              </a:solidFill>
            </a:endParaRPr>
          </a:p>
        </p:txBody>
      </p:sp>
      <p:sp>
        <p:nvSpPr>
          <p:cNvPr id="8" name="Footer Placeholder 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GAAAAAAAAA"/>
              </a:ext>
            </a:extLst>
          </p:cNvSpPr>
          <p:nvPr>
            <p:ph type="ftr" sz="quarter" idx="11"/>
          </p:nvPr>
        </p:nvSpPr>
        <p:spPr>
          <a:xfrm>
            <a:off x="4038600" y="6356350"/>
            <a:ext cx="4114800" cy="365125"/>
          </a:xfrm>
        </p:spPr>
        <p:txBody>
          <a:bodyPr/>
          <a:lstStyle/>
          <a:p>
            <a:pPr>
              <a:defRPr lang="en-US"/>
            </a:pPr>
            <a:endParaRPr lang="en-US" cap="none">
              <a:solidFill>
                <a:srgbClr val="8C8C8C"/>
              </a:solidFill>
            </a:endParaRPr>
          </a:p>
        </p:txBody>
      </p:sp>
      <p:sp>
        <p:nvSpPr>
          <p:cNvPr id="9" name="Slide Number Placeholder 8"/>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GAAAAAAAAA"/>
              </a:ext>
            </a:extLst>
          </p:cNvSpPr>
          <p:nvPr>
            <p:ph type="sldNum" sz="quarter" idx="12"/>
          </p:nvPr>
        </p:nvSpPr>
        <p:spPr>
          <a:xfrm>
            <a:off x="8610600" y="6356350"/>
            <a:ext cx="2743200" cy="365125"/>
          </a:xfrm>
        </p:spPr>
        <p:txBody>
          <a:bodyPr/>
          <a:lstStyle/>
          <a:p>
            <a:pPr>
              <a:defRPr lang="en-US"/>
            </a:pPr>
            <a:fld id="{1DB58171-3FF0-E077-BE0D-C922CF43489C}" type="slidenum">
              <a:rPr lang="en-US" cap="none">
                <a:solidFill>
                  <a:srgbClr val="8C8C8C"/>
                </a:solidFill>
              </a:rPr>
              <a:pPr>
                <a:defRPr lang="en-US"/>
              </a:pPr>
              <a:t>‹#›</a:t>
            </a:fld>
            <a:endParaRPr lang="en-US" cap="none">
              <a:solidFill>
                <a:srgbClr val="8C8C8C"/>
              </a:solidFill>
            </a:endParaRPr>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5NZA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AGAAAAAAAAA"/>
              </a:ext>
            </a:extLst>
          </p:cNvSpPr>
          <p:nvPr>
            <p:ph type="title"/>
          </p:nvPr>
        </p:nvSpPr>
        <p:spPr>
          <a:xfrm>
            <a:off x="838200" y="365125"/>
            <a:ext cx="10515600" cy="1325880"/>
          </a:xfrm>
        </p:spPr>
        <p:txBody>
          <a:bodyPr/>
          <a:lstStyle/>
          <a:p>
            <a:pPr>
              <a:defRPr lang="en-US"/>
            </a:pPr>
            <a:r>
              <a:t>Click to edit Master title style</a:t>
            </a:r>
          </a:p>
        </p:txBody>
      </p:sp>
      <p:sp>
        <p:nvSpPr>
          <p:cNvPr id="3" name="Date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GAAAAAAAAA"/>
              </a:ext>
            </a:extLst>
          </p:cNvSpPr>
          <p:nvPr>
            <p:ph type="dt" sz="half" idx="10"/>
          </p:nvPr>
        </p:nvSpPr>
        <p:spPr>
          <a:xfrm>
            <a:off x="838200" y="6356350"/>
            <a:ext cx="2743200" cy="365125"/>
          </a:xfrm>
        </p:spPr>
        <p:txBody>
          <a:bodyPr/>
          <a:lstStyle/>
          <a:p>
            <a:pPr>
              <a:defRPr lang="en-US"/>
            </a:pPr>
            <a:fld id="{1DB5EF60-2EF0-E019-BE0D-D84CA143488D}" type="datetime1">
              <a:rPr lang="en-US" cap="none">
                <a:solidFill>
                  <a:srgbClr val="8C8C8C"/>
                </a:solidFill>
              </a:rPr>
              <a:pPr>
                <a:defRPr lang="en-US"/>
              </a:pPr>
              <a:t>8/10/2025</a:t>
            </a:fld>
            <a:endParaRPr lang="en-US" cap="none">
              <a:solidFill>
                <a:srgbClr val="8C8C8C"/>
              </a:solidFill>
            </a:endParaRPr>
          </a:p>
        </p:txBody>
      </p:sp>
      <p:sp>
        <p:nvSpPr>
          <p:cNvPr id="4" name="Footer 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Tcl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GAAAAAAAAA"/>
              </a:ext>
            </a:extLst>
          </p:cNvSpPr>
          <p:nvPr>
            <p:ph type="ftr" sz="quarter" idx="11"/>
          </p:nvPr>
        </p:nvSpPr>
        <p:spPr>
          <a:xfrm>
            <a:off x="4038600" y="6356350"/>
            <a:ext cx="4114800" cy="365125"/>
          </a:xfrm>
        </p:spPr>
        <p:txBody>
          <a:bodyPr/>
          <a:lstStyle/>
          <a:p>
            <a:pPr>
              <a:defRPr lang="en-US"/>
            </a:pPr>
            <a:endParaRPr lang="en-US" cap="none">
              <a:solidFill>
                <a:srgbClr val="8C8C8C"/>
              </a:solidFill>
            </a:endParaRPr>
          </a:p>
        </p:txBody>
      </p:sp>
      <p:sp>
        <p:nvSpPr>
          <p:cNvPr id="5" name="Slide Number Placeholder 4"/>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GAAAAAAAAA"/>
              </a:ext>
            </a:extLst>
          </p:cNvSpPr>
          <p:nvPr>
            <p:ph type="sldNum" sz="quarter" idx="12"/>
          </p:nvPr>
        </p:nvSpPr>
        <p:spPr>
          <a:xfrm>
            <a:off x="8610600" y="6356350"/>
            <a:ext cx="2743200" cy="365125"/>
          </a:xfrm>
        </p:spPr>
        <p:txBody>
          <a:bodyPr/>
          <a:lstStyle/>
          <a:p>
            <a:pPr>
              <a:defRPr lang="en-US"/>
            </a:pPr>
            <a:fld id="{1DB5F4A5-EBF0-E002-BE0D-1D57BA434848}" type="slidenum">
              <a:rPr lang="en-US" cap="none">
                <a:solidFill>
                  <a:srgbClr val="8C8C8C"/>
                </a:solidFill>
              </a:rPr>
              <a:pPr>
                <a:defRPr lang="en-US"/>
              </a:pPr>
              <a:t>‹#›</a:t>
            </a:fld>
            <a:endParaRPr lang="en-US" cap="none">
              <a:solidFill>
                <a:srgbClr val="8C8C8C"/>
              </a:solidFill>
            </a:endParaRPr>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kAb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GAAAAAAAAA"/>
              </a:ext>
            </a:extLst>
          </p:cNvSpPr>
          <p:nvPr>
            <p:ph type="dt" sz="half" idx="10"/>
          </p:nvPr>
        </p:nvSpPr>
        <p:spPr>
          <a:xfrm>
            <a:off x="838200" y="6356350"/>
            <a:ext cx="2743200" cy="365125"/>
          </a:xfrm>
        </p:spPr>
        <p:txBody>
          <a:bodyPr/>
          <a:lstStyle/>
          <a:p>
            <a:pPr>
              <a:defRPr lang="en-US"/>
            </a:pPr>
            <a:fld id="{1DB5FBAC-E2F0-E00D-BE0D-1458B5434841}" type="datetime1">
              <a:rPr lang="en-US" cap="none">
                <a:solidFill>
                  <a:srgbClr val="8C8C8C"/>
                </a:solidFill>
              </a:rPr>
              <a:pPr>
                <a:defRPr lang="en-US"/>
              </a:pPr>
              <a:t>8/10/2025</a:t>
            </a:fld>
            <a:endParaRPr lang="en-US" cap="none">
              <a:solidFill>
                <a:srgbClr val="8C8C8C"/>
              </a:solidFill>
            </a:endParaRPr>
          </a:p>
        </p:txBody>
      </p:sp>
      <p:sp>
        <p:nvSpPr>
          <p:cNvPr id="3" name="Footer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I4nP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GAAAAAAAAA"/>
              </a:ext>
            </a:extLst>
          </p:cNvSpPr>
          <p:nvPr>
            <p:ph type="ftr" sz="quarter" idx="11"/>
          </p:nvPr>
        </p:nvSpPr>
        <p:spPr>
          <a:xfrm>
            <a:off x="4038600" y="6356350"/>
            <a:ext cx="4114800" cy="365125"/>
          </a:xfrm>
        </p:spPr>
        <p:txBody>
          <a:bodyPr/>
          <a:lstStyle/>
          <a:p>
            <a:pPr>
              <a:defRPr lang="en-US"/>
            </a:pPr>
            <a:endParaRPr lang="en-US" cap="none">
              <a:solidFill>
                <a:srgbClr val="8C8C8C"/>
              </a:solidFill>
            </a:endParaRPr>
          </a:p>
        </p:txBody>
      </p:sp>
      <p:sp>
        <p:nvSpPr>
          <p:cNvPr id="4" name="Slide Number 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V0AA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GAAAAAAAAA"/>
              </a:ext>
            </a:extLst>
          </p:cNvSpPr>
          <p:nvPr>
            <p:ph type="sldNum" sz="quarter" idx="12"/>
          </p:nvPr>
        </p:nvSpPr>
        <p:spPr>
          <a:xfrm>
            <a:off x="8610600" y="6356350"/>
            <a:ext cx="2743200" cy="365125"/>
          </a:xfrm>
        </p:spPr>
        <p:txBody>
          <a:bodyPr/>
          <a:lstStyle/>
          <a:p>
            <a:pPr>
              <a:defRPr lang="en-US"/>
            </a:pPr>
            <a:fld id="{1DB5B0E9-A7F0-E046-BE0D-5113FE434804}" type="slidenum">
              <a:rPr lang="en-US" cap="none">
                <a:solidFill>
                  <a:srgbClr val="8C8C8C"/>
                </a:solidFill>
              </a:rPr>
              <a:pPr>
                <a:defRPr lang="en-US"/>
              </a:pPr>
              <a:t>‹#›</a:t>
            </a:fld>
            <a:endParaRPr lang="en-US" cap="none">
              <a:solidFill>
                <a:srgbClr val="8C8C8C"/>
              </a:solidFill>
            </a:endParaRPr>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wUAANACAABbHQAAqAwAABAAAAAmAAAACAAAAIGAAAAAAAAA"/>
              </a:ext>
            </a:extLst>
          </p:cNvSpPr>
          <p:nvPr>
            <p:ph type="title"/>
          </p:nvPr>
        </p:nvSpPr>
        <p:spPr>
          <a:xfrm>
            <a:off x="840105" y="457200"/>
            <a:ext cx="3931920" cy="1600200"/>
          </a:xfrm>
        </p:spPr>
        <p:txBody>
          <a:bodyPr vert="horz" wrap="square" lIns="91440" tIns="45720" rIns="91440" bIns="45720" numCol="1" spcCol="215900" anchor="b">
            <a:prstTxWarp prst="textNoShape">
              <a:avLst/>
            </a:prstTxWarp>
          </a:bodyPr>
          <a:lstStyle>
            <a:lvl1pPr>
              <a:defRPr lang="en-US" sz="3200" cap="none"/>
            </a:lvl1pPr>
            <a:lvl2pPr>
              <a:defRPr lang="en-US"/>
            </a:lvl2pPr>
            <a:lvl3pPr>
              <a:defRPr lang="en-US"/>
            </a:lvl3pPr>
            <a:lvl4pPr>
              <a:defRPr lang="en-US"/>
            </a:lvl4pPr>
            <a:lvl5pPr>
              <a:defRPr lang="en-US"/>
            </a:lvl5pPr>
            <a:lvl6pPr>
              <a:defRPr lang="en-US"/>
            </a:lvl6pPr>
            <a:lvl7pPr>
              <a:defRPr lang="en-US"/>
            </a:lvl7pPr>
            <a:lvl8pPr>
              <a:defRPr lang="en-US"/>
            </a:lvl8pPr>
            <a:lvl9pPr>
              <a:defRPr lang="en-US"/>
            </a:lvl9pPr>
          </a:lstStyle>
          <a:p>
            <a:pPr>
              <a:defRPr lang="en-US"/>
            </a:pPr>
            <a:r>
              <a:t>Click to edit Master title style</a:t>
            </a:r>
          </a:p>
        </p:txBody>
      </p:sp>
      <p:sp>
        <p:nvSpPr>
          <p:cNvPr id="3" name="Picture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zxlQ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4x8AABMGAADbRQAADiQAABAAAAAmAAAACAAAAAGAAAAAAAAA"/>
              </a:ext>
            </a:extLst>
          </p:cNvSpPr>
          <p:nvPr>
            <p:ph type="pic" idx="1"/>
          </p:nvPr>
        </p:nvSpPr>
        <p:spPr>
          <a:xfrm>
            <a:off x="5183505" y="987425"/>
            <a:ext cx="6172200" cy="4873625"/>
          </a:xfrm>
        </p:spPr>
        <p:txBody>
          <a:bodyPr/>
          <a:lstStyle>
            <a:lvl1pPr marL="0" indent="0">
              <a:buNone/>
              <a:defRPr lang="en-US" sz="3200" cap="none"/>
            </a:lvl1pPr>
            <a:lvl2pPr marL="457200" indent="0">
              <a:buNone/>
              <a:defRPr lang="en-US" sz="2800" cap="none"/>
            </a:lvl2pPr>
            <a:lvl3pPr marL="914400" indent="0">
              <a:buNone/>
              <a:defRPr lang="en-US" sz="2400" cap="none"/>
            </a:lvl3pPr>
            <a:lvl4pPr marL="1371600" indent="0">
              <a:buNone/>
              <a:defRPr lang="en-US" sz="2000" cap="none"/>
            </a:lvl4pPr>
            <a:lvl5pPr marL="1828800" indent="0">
              <a:buNone/>
              <a:defRPr lang="en-US" sz="2000" cap="none"/>
            </a:lvl5pPr>
            <a:lvl6pPr marL="2286000" indent="0">
              <a:buNone/>
              <a:defRPr lang="en-US" sz="2000" cap="none"/>
            </a:lvl6pPr>
            <a:lvl7pPr marL="2743200" indent="0">
              <a:buNone/>
              <a:defRPr lang="en-US" sz="2000" cap="none"/>
            </a:lvl7pPr>
            <a:lvl8pPr marL="3200400" indent="0">
              <a:buNone/>
              <a:defRPr lang="en-US" sz="2000" cap="none"/>
            </a:lvl8pPr>
            <a:lvl9pPr marL="3657600" indent="0">
              <a:buNone/>
              <a:defRPr lang="en-US" sz="2000" cap="none"/>
            </a:lvl9pPr>
          </a:lstStyle>
          <a:p>
            <a:pPr>
              <a:defRPr lang="en-US"/>
            </a:pPr>
            <a:endParaRPr/>
          </a:p>
        </p:txBody>
      </p:sp>
      <p:sp>
        <p:nvSpPr>
          <p:cNvPr id="4" name="Text 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EAI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wUAAKgMAABbHQAAGyQAABAAAAAmAAAACAAAAAGAAAAAAAAA"/>
              </a:ext>
            </a:extLst>
          </p:cNvSpPr>
          <p:nvPr>
            <p:ph idx="2"/>
          </p:nvPr>
        </p:nvSpPr>
        <p:spPr>
          <a:xfrm>
            <a:off x="840105" y="2057400"/>
            <a:ext cx="3931920" cy="3811905"/>
          </a:xfrm>
        </p:spPr>
        <p:txBody>
          <a:bodyPr/>
          <a:lstStyle>
            <a:lvl1pPr marL="0" indent="0">
              <a:buNone/>
              <a:defRPr lang="en-US" sz="1600" cap="none"/>
            </a:lvl1pPr>
            <a:lvl2pPr marL="457200" indent="0">
              <a:buNone/>
              <a:defRPr lang="en-US" sz="1400" cap="none"/>
            </a:lvl2pPr>
            <a:lvl3pPr marL="914400" indent="0">
              <a:buNone/>
              <a:defRPr lang="en-US" sz="1200" cap="none"/>
            </a:lvl3pPr>
            <a:lvl4pPr marL="1371600" indent="0">
              <a:buNone/>
              <a:defRPr lang="en-US" sz="1000" cap="none"/>
            </a:lvl4pPr>
            <a:lvl5pPr marL="1828800" indent="0">
              <a:buNone/>
              <a:defRPr lang="en-US" sz="1000" cap="none"/>
            </a:lvl5pPr>
            <a:lvl6pPr marL="2286000" indent="0">
              <a:buNone/>
              <a:defRPr lang="en-US" sz="1000" cap="none"/>
            </a:lvl6pPr>
            <a:lvl7pPr marL="2743200" indent="0">
              <a:buNone/>
              <a:defRPr lang="en-US" sz="1000" cap="none"/>
            </a:lvl7pPr>
            <a:lvl8pPr marL="3200400" indent="0">
              <a:buNone/>
              <a:defRPr lang="en-US" sz="1000" cap="none"/>
            </a:lvl8pPr>
            <a:lvl9pPr marL="3657600" indent="0">
              <a:buNone/>
              <a:defRPr lang="en-US" sz="1000" cap="none"/>
            </a:lvl9pPr>
          </a:lstStyle>
          <a:p>
            <a:pPr>
              <a:defRPr lang="en-US"/>
            </a:pPr>
            <a:r>
              <a:t>Click to edit Master text styles</a:t>
            </a:r>
          </a:p>
        </p:txBody>
      </p:sp>
      <p:sp>
        <p:nvSpPr>
          <p:cNvPr id="5" name="Date Placeholder 4"/>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GAAAAAAAAA"/>
              </a:ext>
            </a:extLst>
          </p:cNvSpPr>
          <p:nvPr>
            <p:ph type="dt" sz="half" idx="10"/>
          </p:nvPr>
        </p:nvSpPr>
        <p:spPr>
          <a:xfrm>
            <a:off x="838200" y="6356350"/>
            <a:ext cx="2743200" cy="365125"/>
          </a:xfrm>
        </p:spPr>
        <p:txBody>
          <a:bodyPr/>
          <a:lstStyle/>
          <a:p>
            <a:pPr>
              <a:defRPr lang="en-US"/>
            </a:pPr>
            <a:fld id="{1DB5DC85-CBF0-E02A-BE0D-3D7F92434868}" type="datetime1">
              <a:rPr lang="en-US" cap="none">
                <a:solidFill>
                  <a:srgbClr val="8C8C8C"/>
                </a:solidFill>
              </a:rPr>
              <a:pPr>
                <a:defRPr lang="en-US"/>
              </a:pPr>
              <a:t>8/10/2025</a:t>
            </a:fld>
            <a:endParaRPr lang="en-US" cap="none">
              <a:solidFill>
                <a:srgbClr val="8C8C8C"/>
              </a:solidFill>
            </a:endParaRPr>
          </a:p>
        </p:txBody>
      </p:sp>
      <p:sp>
        <p:nvSpPr>
          <p:cNvPr id="6" name="Footer Placeholder 5"/>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GAAAAAAAAA"/>
              </a:ext>
            </a:extLst>
          </p:cNvSpPr>
          <p:nvPr>
            <p:ph type="ftr" sz="quarter" idx="11"/>
          </p:nvPr>
        </p:nvSpPr>
        <p:spPr>
          <a:xfrm>
            <a:off x="4038600" y="6356350"/>
            <a:ext cx="4114800" cy="365125"/>
          </a:xfrm>
        </p:spPr>
        <p:txBody>
          <a:bodyPr/>
          <a:lstStyle/>
          <a:p>
            <a:pPr>
              <a:defRPr lang="en-US"/>
            </a:pPr>
            <a:endParaRPr lang="en-US" cap="none">
              <a:solidFill>
                <a:srgbClr val="8C8C8C"/>
              </a:solidFill>
            </a:endParaRPr>
          </a:p>
        </p:txBody>
      </p:sp>
      <p:sp>
        <p:nvSpPr>
          <p:cNvPr id="7" name="Slide Number Placeholder 6"/>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EIAQ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GAAAAAAAAA"/>
              </a:ext>
            </a:extLst>
          </p:cNvSpPr>
          <p:nvPr>
            <p:ph type="sldNum" sz="quarter" idx="12"/>
          </p:nvPr>
        </p:nvSpPr>
        <p:spPr>
          <a:xfrm>
            <a:off x="8610600" y="6356350"/>
            <a:ext cx="2743200" cy="365125"/>
          </a:xfrm>
        </p:spPr>
        <p:txBody>
          <a:bodyPr/>
          <a:lstStyle/>
          <a:p>
            <a:pPr>
              <a:defRPr lang="en-US"/>
            </a:pPr>
            <a:fld id="{1DB5AA99-D7F0-E05C-BE0D-2109E4434874}" type="slidenum">
              <a:rPr lang="en-US" cap="none">
                <a:solidFill>
                  <a:srgbClr val="8C8C8C"/>
                </a:solidFill>
              </a:rPr>
              <a:pPr>
                <a:defRPr lang="en-US"/>
              </a:pPr>
              <a:t>‹#›</a:t>
            </a:fld>
            <a:endParaRPr lang="en-US" cap="none">
              <a:solidFill>
                <a:srgbClr val="8C8C8C"/>
              </a:solidFill>
            </a:endParaRPr>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Q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5NZA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rDUAAD8CAADYRQAAACYAABAAAAAmAAAACAAAAAOAAAAAAAAA"/>
              </a:ext>
            </a:extLst>
          </p:cNvSpPr>
          <p:nvPr>
            <p:ph type="title"/>
          </p:nvPr>
        </p:nvSpPr>
        <p:spPr>
          <a:xfrm>
            <a:off x="8724900" y="365125"/>
            <a:ext cx="2628900" cy="5812155"/>
          </a:xfrm>
        </p:spPr>
        <p:txBody>
          <a:bodyPr vert="vert" wrap="square" lIns="91440" tIns="45720" rIns="91440" bIns="45720" numCol="1" spcCol="215900" anchor="t">
            <a:prstTxWarp prst="textNoShape">
              <a:avLst/>
            </a:prstTxWarp>
          </a:bodyPr>
          <a:lstStyle/>
          <a:p>
            <a:pPr>
              <a:defRPr lang="en-US"/>
            </a:pPr>
            <a:r>
              <a:t>Click to edit Master title style</a:t>
            </a:r>
          </a:p>
        </p:txBody>
      </p:sp>
      <p:sp>
        <p:nvSpPr>
          <p:cNvPr id="3" name="Vertical Text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Q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KTyxH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C8NAAAACYAABAAAAAmAAAACAAAAAOAAAAAAAAA"/>
              </a:ext>
            </a:extLst>
          </p:cNvSpPr>
          <p:nvPr>
            <p:ph idx="1"/>
          </p:nvPr>
        </p:nvSpPr>
        <p:spPr>
          <a:xfrm>
            <a:off x="838200" y="365125"/>
            <a:ext cx="7734300" cy="5812155"/>
          </a:xfrm>
        </p:spPr>
        <p:txBody>
          <a:bodyPr vert="vert"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4" name="Date 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BUNg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GAAAAAAAAA"/>
              </a:ext>
            </a:extLst>
          </p:cNvSpPr>
          <p:nvPr>
            <p:ph type="dt" sz="half" idx="10"/>
          </p:nvPr>
        </p:nvSpPr>
        <p:spPr>
          <a:xfrm>
            <a:off x="838200" y="6356350"/>
            <a:ext cx="2743200" cy="365125"/>
          </a:xfrm>
        </p:spPr>
        <p:txBody>
          <a:bodyPr/>
          <a:lstStyle/>
          <a:p>
            <a:pPr>
              <a:defRPr lang="en-US"/>
            </a:pPr>
            <a:fld id="{1DB5D6B0-FEF0-E020-BE0D-08759843485D}" type="datetime1">
              <a:rPr lang="en-US" cap="none">
                <a:solidFill>
                  <a:srgbClr val="8C8C8C"/>
                </a:solidFill>
              </a:rPr>
              <a:pPr>
                <a:defRPr lang="en-US"/>
              </a:pPr>
              <a:t>8/10/2025</a:t>
            </a:fld>
            <a:endParaRPr lang="en-US" cap="none">
              <a:solidFill>
                <a:srgbClr val="8C8C8C"/>
              </a:solidFill>
            </a:endParaRPr>
          </a:p>
        </p:txBody>
      </p:sp>
      <p:sp>
        <p:nvSpPr>
          <p:cNvPr id="5" name="Footer Placeholder 4"/>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g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GAAAAAAAAA"/>
              </a:ext>
            </a:extLst>
          </p:cNvSpPr>
          <p:nvPr>
            <p:ph type="ftr" sz="quarter" idx="11"/>
          </p:nvPr>
        </p:nvSpPr>
        <p:spPr>
          <a:xfrm>
            <a:off x="4038600" y="6356350"/>
            <a:ext cx="4114800" cy="365125"/>
          </a:xfrm>
        </p:spPr>
        <p:txBody>
          <a:bodyPr/>
          <a:lstStyle/>
          <a:p>
            <a:pPr>
              <a:defRPr lang="en-US"/>
            </a:pPr>
            <a:endParaRPr lang="en-US" cap="none">
              <a:solidFill>
                <a:srgbClr val="8C8C8C"/>
              </a:solidFill>
            </a:endParaRPr>
          </a:p>
        </p:txBody>
      </p:sp>
      <p:sp>
        <p:nvSpPr>
          <p:cNvPr id="6" name="Slide Number Placeholder 5"/>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GAAAAAAAAA"/>
              </a:ext>
            </a:extLst>
          </p:cNvSpPr>
          <p:nvPr>
            <p:ph type="sldNum" sz="quarter" idx="12"/>
          </p:nvPr>
        </p:nvSpPr>
        <p:spPr>
          <a:xfrm>
            <a:off x="8610600" y="6356350"/>
            <a:ext cx="2743200" cy="365125"/>
          </a:xfrm>
        </p:spPr>
        <p:txBody>
          <a:bodyPr/>
          <a:lstStyle/>
          <a:p>
            <a:pPr>
              <a:defRPr lang="en-US"/>
            </a:pPr>
            <a:fld id="{1DB5EBBA-F4F0-E01D-BE0D-0248A5434857}" type="slidenum">
              <a:rPr lang="en-US" cap="none">
                <a:solidFill>
                  <a:srgbClr val="8C8C8C"/>
                </a:solidFill>
              </a:rPr>
              <a:pPr>
                <a:defRPr lang="en-US"/>
              </a:pPr>
              <a:t>‹#›</a:t>
            </a:fld>
            <a:endParaRPr lang="en-US" cap="none">
              <a:solidFill>
                <a:srgbClr val="8C8C8C"/>
              </a:solidFill>
            </a:endParaRPr>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AOSQ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ACYAABAAAAAmAAAACAAAAAGAAAAAAAAA"/>
              </a:ext>
            </a:extLst>
          </p:cNvSpPr>
          <p:nvPr>
            <p:ph/>
          </p:nvPr>
        </p:nvSpPr>
        <p:spPr>
          <a:xfrm>
            <a:off x="838200" y="365125"/>
            <a:ext cx="10515600" cy="5812155"/>
          </a:xfrm>
        </p:spPr>
        <p:txBody>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3" name="Date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9yZW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AGAAAAAAAAA"/>
              </a:ext>
            </a:extLst>
          </p:cNvSpPr>
          <p:nvPr>
            <p:ph type="dt" sz="half" idx="10"/>
          </p:nvPr>
        </p:nvSpPr>
        <p:spPr>
          <a:xfrm>
            <a:off x="838200" y="6356350"/>
            <a:ext cx="2743200" cy="365125"/>
          </a:xfrm>
        </p:spPr>
        <p:txBody>
          <a:bodyPr/>
          <a:lstStyle/>
          <a:p>
            <a:pPr>
              <a:defRPr lang="en-US"/>
            </a:pPr>
            <a:fld id="{1DB5D96D-23F0-E02F-BE0D-D57A97434880}" type="datetime1">
              <a:rPr lang="en-US" cap="none">
                <a:solidFill>
                  <a:srgbClr val="8C8C8C"/>
                </a:solidFill>
              </a:rPr>
              <a:pPr>
                <a:defRPr lang="en-US"/>
              </a:pPr>
              <a:t>8/10/2025</a:t>
            </a:fld>
            <a:endParaRPr lang="en-US" cap="none">
              <a:solidFill>
                <a:srgbClr val="8C8C8C"/>
              </a:solidFill>
            </a:endParaRPr>
          </a:p>
        </p:txBody>
      </p:sp>
      <p:sp>
        <p:nvSpPr>
          <p:cNvPr id="4" name="Footer Placeholder 3"/>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AGAAAAAAAAA"/>
              </a:ext>
            </a:extLst>
          </p:cNvSpPr>
          <p:nvPr>
            <p:ph type="ftr" sz="quarter" idx="11"/>
          </p:nvPr>
        </p:nvSpPr>
        <p:spPr>
          <a:xfrm>
            <a:off x="4038600" y="6356350"/>
            <a:ext cx="4114800" cy="365125"/>
          </a:xfrm>
        </p:spPr>
        <p:txBody>
          <a:bodyPr/>
          <a:lstStyle/>
          <a:p>
            <a:pPr>
              <a:defRPr lang="en-US"/>
            </a:pPr>
            <a:endParaRPr lang="en-US" cap="none">
              <a:solidFill>
                <a:srgbClr val="8C8C8C"/>
              </a:solidFill>
            </a:endParaRPr>
          </a:p>
        </p:txBody>
      </p:sp>
      <p:sp>
        <p:nvSpPr>
          <p:cNvPr id="5" name="Slide Number Placeholder 4"/>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iuZQ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AGAAAAAAAAA"/>
              </a:ext>
            </a:extLst>
          </p:cNvSpPr>
          <p:nvPr>
            <p:ph type="sldNum" sz="quarter" idx="12"/>
          </p:nvPr>
        </p:nvSpPr>
        <p:spPr>
          <a:xfrm>
            <a:off x="8610600" y="6356350"/>
            <a:ext cx="2743200" cy="365125"/>
          </a:xfrm>
        </p:spPr>
        <p:txBody>
          <a:bodyPr/>
          <a:lstStyle/>
          <a:p>
            <a:pPr>
              <a:defRPr lang="en-US"/>
            </a:pPr>
            <a:fld id="{1DB5993A-74F0-E06F-BE0D-823AD74348D7}" type="slidenum">
              <a:rPr lang="en-US" cap="none">
                <a:solidFill>
                  <a:srgbClr val="8C8C8C"/>
                </a:solidFill>
              </a:rPr>
              <a:pPr>
                <a:defRPr lang="en-US"/>
              </a:pPr>
              <a:t>‹#›</a:t>
            </a:fld>
            <a:endParaRPr lang="en-US" cap="none">
              <a:solidFill>
                <a:srgbClr val="8C8C8C"/>
              </a:solidFill>
            </a:endParaRPr>
          </a:p>
        </p:txBody>
      </p:sp>
    </p:spTree>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1_Title and Content">
    <p:spTree>
      <p:nvGrpSpPr>
        <p:cNvPr id="1" name=""/>
        <p:cNvGrpSpPr/>
        <p:nvPr/>
      </p:nvGrpSpPr>
      <p:grpSpPr>
        <a:xfrm>
          <a:off x="0" y="0"/>
          <a:ext cx="0" cy="0"/>
          <a:chOff x="0" y="0"/>
          <a:chExt cx="0" cy="0"/>
        </a:xfrm>
      </p:grpSpPr>
      <p:sp>
        <p:nvSpPr>
          <p:cNvPr id="2" name="Google Shape;49;p47"/>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AAAAACiIQAA1iQAABAAAAAmAAAACAAAAD2wAAD/HwAA"/>
              </a:ext>
            </a:extLst>
          </p:cNvSpPr>
          <p:nvPr>
            <p:ph type="pic" idx="2"/>
          </p:nvPr>
        </p:nvSpPr>
        <p:spPr>
          <a:xfrm>
            <a:off x="0" y="0"/>
            <a:ext cx="5467350" cy="5988050"/>
          </a:xfrm>
          <a:noFill/>
          <a:ln>
            <a:noFill/>
          </a:ln>
        </p:spPr>
        <p:txBody>
          <a:bodyPr vert="horz" wrap="square" lIns="91440" tIns="45720" rIns="91440" bIns="45720" numCol="1" spcCol="215900" anchor="t">
            <a:prstTxWarp prst="textNoShape">
              <a:avLst/>
            </a:prstTxWarp>
          </a:bodyPr>
          <a:lstStyle>
            <a:lvl1pPr marR="0" algn="l">
              <a:lnSpc>
                <a:spcPct val="90000"/>
              </a:lnSpc>
              <a:spcBef>
                <a:spcPts val="1000"/>
              </a:spcBef>
              <a:spcAft>
                <a:spcPts val="0"/>
              </a:spcAft>
              <a:buClr>
                <a:srgbClr val="000000"/>
              </a:buClr>
              <a:buSzPts val="2800"/>
              <a:buFont typeface="Arial" pitchFamily="2" charset="0"/>
              <a:buChar char="•"/>
              <a:defRPr lang="en-US" sz="2800" b="0" i="0" u="none" strike="noStrike" cap="none">
                <a:solidFill>
                  <a:srgbClr val="000000"/>
                </a:solidFill>
                <a:latin typeface="Calibri" pitchFamily="2" charset="0"/>
                <a:ea typeface="Calibri" pitchFamily="2" charset="0"/>
                <a:cs typeface="Calibri" pitchFamily="2" charset="0"/>
              </a:defRPr>
            </a:lvl1pPr>
            <a:lvl2pPr marR="0" algn="l">
              <a:lnSpc>
                <a:spcPct val="90000"/>
              </a:lnSpc>
              <a:spcBef>
                <a:spcPts val="500"/>
              </a:spcBef>
              <a:spcAft>
                <a:spcPts val="0"/>
              </a:spcAft>
              <a:buClr>
                <a:srgbClr val="000000"/>
              </a:buClr>
              <a:buSzPts val="2400"/>
              <a:buFont typeface="Arial" pitchFamily="2" charset="0"/>
              <a:buChar char="•"/>
              <a:defRPr lang="en-US" sz="2400" b="0" i="0" u="none" strike="noStrike" cap="none">
                <a:solidFill>
                  <a:srgbClr val="000000"/>
                </a:solidFill>
                <a:latin typeface="Calibri" pitchFamily="2" charset="0"/>
                <a:ea typeface="Calibri" pitchFamily="2" charset="0"/>
                <a:cs typeface="Calibri" pitchFamily="2" charset="0"/>
              </a:defRPr>
            </a:lvl2pPr>
            <a:lvl3pPr marR="0" algn="l">
              <a:lnSpc>
                <a:spcPct val="90000"/>
              </a:lnSpc>
              <a:spcBef>
                <a:spcPts val="500"/>
              </a:spcBef>
              <a:spcAft>
                <a:spcPts val="0"/>
              </a:spcAft>
              <a:buClr>
                <a:srgbClr val="000000"/>
              </a:buClr>
              <a:buSzPts val="2000"/>
              <a:buFont typeface="Arial" pitchFamily="2" charset="0"/>
              <a:buChar char="•"/>
              <a:defRPr lang="en-US" sz="2000" b="0" i="0" u="none" strike="noStrike" cap="none">
                <a:solidFill>
                  <a:srgbClr val="000000"/>
                </a:solidFill>
                <a:latin typeface="Calibri" pitchFamily="2" charset="0"/>
                <a:ea typeface="Calibri" pitchFamily="2" charset="0"/>
                <a:cs typeface="Calibri" pitchFamily="2" charset="0"/>
              </a:defRPr>
            </a:lvl3pPr>
            <a:lvl4pPr marR="0" algn="l">
              <a:lnSpc>
                <a:spcPct val="90000"/>
              </a:lnSpc>
              <a:spcBef>
                <a:spcPts val="500"/>
              </a:spcBef>
              <a:spcAft>
                <a:spcPts val="0"/>
              </a:spcAft>
              <a:buClr>
                <a:srgbClr val="000000"/>
              </a:buClr>
              <a:buSzPts val="1800"/>
              <a:buFont typeface="Arial" pitchFamily="2" charset="0"/>
              <a:buChar char="•"/>
              <a:defRPr lang="en-US" sz="1800" b="0" i="0" u="none" strike="noStrike" cap="none">
                <a:solidFill>
                  <a:srgbClr val="000000"/>
                </a:solidFill>
                <a:latin typeface="Calibri" pitchFamily="2" charset="0"/>
                <a:ea typeface="Calibri" pitchFamily="2" charset="0"/>
                <a:cs typeface="Calibri" pitchFamily="2" charset="0"/>
              </a:defRPr>
            </a:lvl4pPr>
            <a:lvl5pPr marR="0" algn="l">
              <a:lnSpc>
                <a:spcPct val="90000"/>
              </a:lnSpc>
              <a:spcBef>
                <a:spcPts val="500"/>
              </a:spcBef>
              <a:spcAft>
                <a:spcPts val="0"/>
              </a:spcAft>
              <a:buClr>
                <a:srgbClr val="000000"/>
              </a:buClr>
              <a:buSzPts val="1800"/>
              <a:buFont typeface="Arial" pitchFamily="2" charset="0"/>
              <a:buChar char="•"/>
              <a:defRPr lang="en-US" sz="1800" b="0" i="0" u="none" strike="noStrike" cap="none">
                <a:solidFill>
                  <a:srgbClr val="000000"/>
                </a:solidFill>
                <a:latin typeface="Calibri" pitchFamily="2" charset="0"/>
                <a:ea typeface="Calibri" pitchFamily="2" charset="0"/>
                <a:cs typeface="Calibri" pitchFamily="2" charset="0"/>
              </a:defRPr>
            </a:lvl5pPr>
            <a:lvl6pPr marR="0" algn="l">
              <a:lnSpc>
                <a:spcPct val="90000"/>
              </a:lnSpc>
              <a:spcBef>
                <a:spcPts val="500"/>
              </a:spcBef>
              <a:spcAft>
                <a:spcPts val="0"/>
              </a:spcAft>
              <a:buClr>
                <a:srgbClr val="000000"/>
              </a:buClr>
              <a:buSzPts val="1800"/>
              <a:buFont typeface="Arial" pitchFamily="2" charset="0"/>
              <a:buChar char="•"/>
              <a:defRPr lang="en-US" sz="1800" b="0" i="0" u="none" strike="noStrike" cap="none">
                <a:solidFill>
                  <a:srgbClr val="000000"/>
                </a:solidFill>
                <a:latin typeface="Calibri" pitchFamily="2" charset="0"/>
                <a:ea typeface="Calibri" pitchFamily="2" charset="0"/>
                <a:cs typeface="Calibri" pitchFamily="2" charset="0"/>
              </a:defRPr>
            </a:lvl6pPr>
            <a:lvl7pPr marR="0" algn="l">
              <a:lnSpc>
                <a:spcPct val="90000"/>
              </a:lnSpc>
              <a:spcBef>
                <a:spcPts val="500"/>
              </a:spcBef>
              <a:spcAft>
                <a:spcPts val="0"/>
              </a:spcAft>
              <a:buClr>
                <a:srgbClr val="000000"/>
              </a:buClr>
              <a:buSzPts val="1800"/>
              <a:buFont typeface="Arial" pitchFamily="2" charset="0"/>
              <a:buChar char="•"/>
              <a:defRPr lang="en-US" sz="1800" b="0" i="0" u="none" strike="noStrike" cap="none">
                <a:solidFill>
                  <a:srgbClr val="000000"/>
                </a:solidFill>
                <a:latin typeface="Calibri" pitchFamily="2" charset="0"/>
                <a:ea typeface="Calibri" pitchFamily="2" charset="0"/>
                <a:cs typeface="Calibri" pitchFamily="2" charset="0"/>
              </a:defRPr>
            </a:lvl7pPr>
            <a:lvl8pPr marR="0" algn="l">
              <a:lnSpc>
                <a:spcPct val="90000"/>
              </a:lnSpc>
              <a:spcBef>
                <a:spcPts val="500"/>
              </a:spcBef>
              <a:spcAft>
                <a:spcPts val="0"/>
              </a:spcAft>
              <a:buClr>
                <a:srgbClr val="000000"/>
              </a:buClr>
              <a:buSzPts val="1800"/>
              <a:buFont typeface="Arial" pitchFamily="2" charset="0"/>
              <a:buChar char="•"/>
              <a:defRPr lang="en-US" sz="1800" b="0" i="0" u="none" strike="noStrike" cap="none">
                <a:solidFill>
                  <a:srgbClr val="000000"/>
                </a:solidFill>
                <a:latin typeface="Calibri" pitchFamily="2" charset="0"/>
                <a:ea typeface="Calibri" pitchFamily="2" charset="0"/>
                <a:cs typeface="Calibri" pitchFamily="2" charset="0"/>
              </a:defRPr>
            </a:lvl8pPr>
            <a:lvl9pPr marR="0" algn="l">
              <a:lnSpc>
                <a:spcPct val="90000"/>
              </a:lnSpc>
              <a:spcBef>
                <a:spcPts val="500"/>
              </a:spcBef>
              <a:spcAft>
                <a:spcPts val="0"/>
              </a:spcAft>
              <a:buClr>
                <a:srgbClr val="000000"/>
              </a:buClr>
              <a:buSzPts val="1800"/>
              <a:buFont typeface="Arial" pitchFamily="2" charset="0"/>
              <a:buChar char="•"/>
              <a:defRPr lang="en-US" sz="1800" b="0" i="0" u="none" strike="noStrike" cap="none">
                <a:solidFill>
                  <a:srgbClr val="000000"/>
                </a:solidFill>
                <a:latin typeface="Calibri" pitchFamily="2" charset="0"/>
                <a:ea typeface="Calibri" pitchFamily="2" charset="0"/>
                <a:cs typeface="Calibri" pitchFamily="2" charset="0"/>
              </a:defRPr>
            </a:lvl9pPr>
          </a:lstStyle>
          <a:p>
            <a:pPr>
              <a:defRPr lang="en-US"/>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2CC">
            <a:alpha val="20000"/>
          </a:srgbClr>
        </a:solidFill>
        <a:effectLst/>
      </p:bgPr>
    </p:bg>
    <p:spTree>
      <p:nvGrpSpPr>
        <p:cNvPr id="1" name=""/>
        <p:cNvGrpSpPr/>
        <p:nvPr/>
      </p:nvGrpSpPr>
      <p:grpSpPr>
        <a:xfrm>
          <a:off x="0" y="0"/>
          <a:ext cx="0" cy="0"/>
          <a:chOff x="0" y="0"/>
          <a:chExt cx="0" cy="0"/>
        </a:xfrm>
      </p:grpSpPr>
      <p:pic>
        <p:nvPicPr>
          <p:cNvPr id="2" name="Picture 10" descr="Background pattern&#10;&#10;Description automatically generated"/>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IAAAD///8AAAAAAAAAAAAAAAAAAAAAAAAAAABkAAAAZAAAAAAAAAAjAAAABAAAAGQAAAAXAAAAFAAAAAAAAAAAAAAA/38AAP9/AAAAAAAACQAAAAQAAACg28sBHgAAAGgAAAAAAAAAAAAAAAAAAAAAAAAAAAAAABAnAAAQJwAAAAAAAAAAAAAAAAAAADIAAAAAAAAAAAAAAAAAAAAAAAAUAAAAAAAAAMDA/wAAAAAAZAAAADIAAAAAAAAAZAAAAAAAAAB/f38AAQ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CEAAAAYAAAAFAAAAAAAAAAAAAAAehIAAHoSAAAQAAAAJgAAAAgAAAD//////////w=="/>
              </a:ext>
            </a:extLst>
          </p:cNvPicPr>
          <p:nvPr/>
        </p:nvPicPr>
        <p:blipFill>
          <a:blip r:embed="rId13">
            <a:clrChange>
              <a:clrFrom>
                <a:srgbClr val="FFFFFF"/>
              </a:clrFrom>
              <a:clrTo>
                <a:srgbClr val="FFFFFF">
                  <a:alpha val="0"/>
                </a:srgbClr>
              </a:clrTo>
            </a:clrChange>
          </a:blip>
          <a:stretch>
            <a:fillRect/>
          </a:stretch>
        </p:blipFill>
        <p:spPr>
          <a:xfrm>
            <a:off x="0" y="0"/>
            <a:ext cx="3003550" cy="3003550"/>
          </a:xfrm>
          <a:prstGeom prst="rect">
            <a:avLst/>
          </a:prstGeom>
          <a:noFill/>
          <a:ln>
            <a:noFill/>
          </a:ln>
          <a:effectLst/>
        </p:spPr>
      </p:pic>
      <p:sp>
        <p:nvSpPr>
          <p:cNvPr id="3" name="Rectangle 1"/>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iUyAP///wEAAAAAAAAAAAAAAAAAAAAAAAAAAAAAAAAAAAAAAAAAAERzngB/f38A5+bmA8zMzADAwP8Af39/AAAAAAAAAAAAAAAAAAAAAAAAAAAAIQAAABgAAAAUAAAAAAAAAOgpAAAASwAAMCoAABAAAAAmAAAACAAAAP//////////"/>
              </a:ext>
            </a:extLst>
          </p:cNvSpPr>
          <p:nvPr/>
        </p:nvSpPr>
        <p:spPr>
          <a:xfrm>
            <a:off x="0" y="6812280"/>
            <a:ext cx="12192000" cy="45720"/>
          </a:xfrm>
          <a:prstGeom prst="rect">
            <a:avLst/>
          </a:prstGeom>
          <a:solidFill>
            <a:srgbClr val="BA2532"/>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endParaRPr/>
          </a:p>
        </p:txBody>
      </p:sp>
      <p:sp>
        <p:nvSpPr>
          <p:cNvPr id="4" name="Rectangle 9"/>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iUyAP///wEAAAAAAAAAAAAAAAAAAAAAAAAAAAAAAAAAAAAAAAAAAERzngB/f38A5+bmA8zMzADAwP8Af39/AAAAAAAAAAAAAAAAAAAAAAAAAAAAIQAAABgAAAAUAAAAAAAAAAAAAAAASwAASAAAABAAAAAmAAAACAAAAP//////////"/>
              </a:ext>
            </a:extLst>
          </p:cNvSpPr>
          <p:nvPr/>
        </p:nvSpPr>
        <p:spPr>
          <a:xfrm>
            <a:off x="0" y="0"/>
            <a:ext cx="12192000" cy="45720"/>
          </a:xfrm>
          <a:prstGeom prst="rect">
            <a:avLst/>
          </a:prstGeom>
          <a:solidFill>
            <a:srgbClr val="BA2532"/>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endParaRPr/>
          </a:p>
        </p:txBody>
      </p:sp>
      <p:pic>
        <p:nvPicPr>
          <p:cNvPr id="5" name="Picture 13" descr="Background pattern&#10;&#10;Description automatically generated"/>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IAAAD29vYAAAAAAAAAAABwCgAAKgMAAAAAAABkAAAAZAAAAAAAAAAjAAAABAAAAGQAAAAXAAAAFAAAAAAAAAAAAAAA/38AAP9/AAAAAAAACQAAAAQAAAAAAAAAHgAAAGgAAAAAAAAAAAAAAAAAAAAAAAAAAAAAABAnAAAQJwAAAAAAAAAAAAAAAAAAAEEAAAAAAAAAAAAAAAAAAAAAAAAUAAAAAAAAAMDA/wAAAAAAZAAAADIAAAAAAAAAAAAAAGQAAADz8/MAAQ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PPz8wAAAAAAAAAAAAAAAAD///8A9vb2ACEAAAAYAAAAFAAAAIczAABAGQAAAEsAAOgpAAAQAAAAJgAAAAgAAAD//////////w=="/>
              </a:ext>
            </a:extLst>
          </p:cNvPicPr>
          <p:nvPr/>
        </p:nvPicPr>
        <p:blipFill>
          <a:blip r:embed="rId14">
            <a:clrChange>
              <a:clrFrom>
                <a:srgbClr val="F6F6F6"/>
              </a:clrFrom>
              <a:clrTo>
                <a:srgbClr val="F6F6F6">
                  <a:alpha val="0"/>
                </a:srgbClr>
              </a:clrTo>
            </a:clrChange>
            <a:duotone>
              <a:prstClr val="black"/>
              <a:srgbClr val="F3F3F3">
                <a:tint val="40000"/>
                <a:satMod val="400000"/>
              </a:srgbClr>
            </a:duotone>
          </a:blip>
          <a:srcRect r="26720" b="8100"/>
          <a:stretch>
            <a:fillRect/>
          </a:stretch>
        </p:blipFill>
        <p:spPr>
          <a:xfrm>
            <a:off x="8376285" y="4104640"/>
            <a:ext cx="3815715" cy="2707640"/>
          </a:xfrm>
          <a:prstGeom prst="rect">
            <a:avLst/>
          </a:prstGeom>
          <a:noFill/>
          <a:ln>
            <a:noFill/>
          </a:ln>
          <a:effectLst/>
        </p:spPr>
      </p:pic>
      <p:sp>
        <p:nvSpPr>
          <p:cNvPr id="6" name="TextBox 6"/>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B/f38A5+bmA8zMzADAwP8Af39/AAAAAAAAAAAAAAAAAAAAAAAAAAAAIQAAABgAAAAUAAAAAAAAAJ4oAAAeDQAA8ikAABAgAAAmAAAACAAAAP//////////"/>
              </a:ext>
            </a:extLst>
          </p:cNvSpPr>
          <p:nvPr/>
        </p:nvSpPr>
        <p:spPr>
          <a:xfrm>
            <a:off x="0" y="6602730"/>
            <a:ext cx="2132330" cy="215900"/>
          </a:xfrm>
          <a:prstGeom prst="rect">
            <a:avLst/>
          </a:prstGeom>
          <a:noFill/>
          <a:ln>
            <a:noFill/>
          </a:ln>
          <a:effectLst/>
        </p:spPr>
        <p:txBody>
          <a:bodyPr vert="horz" wrap="square" lIns="91440" tIns="45720" rIns="91440" bIns="45720" numCol="1" spcCol="215900" anchor="t"/>
          <a:lstStyle/>
          <a:p>
            <a:pPr>
              <a:defRPr lang="en-US"/>
            </a:pPr>
            <a:r>
              <a:rPr lang="en-US" sz="800" cap="none">
                <a:solidFill>
                  <a:srgbClr val="F2F2F2"/>
                </a:solidFill>
              </a:rPr>
              <a:t>CREATED BY K. VICTOR BABU</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marR="0" indent="0" algn="l" defTabSz="914400">
        <a:lnSpc>
          <a:spcPct val="90000"/>
        </a:lnSpc>
        <a:spcBef>
          <a:spcPts val="0"/>
        </a:spcBef>
        <a:spcAft>
          <a:spcPts val="0"/>
        </a:spcAft>
        <a:buNone/>
        <a:tabLst/>
        <a:defRPr lang="en-US" sz="4400" b="0" i="0" u="none" strike="noStrike" kern="1" cap="none" spc="0" baseline="0">
          <a:solidFill>
            <a:schemeClr val="tx1"/>
          </a:solidFill>
          <a:effectLst/>
          <a:latin typeface="Calibri Light" pitchFamily="2" charset="0"/>
          <a:ea typeface="Calibri Light" pitchFamily="2" charset="0"/>
          <a:cs typeface="Calibri Light"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228600" marR="0" indent="-228600" algn="l" defTabSz="914400">
        <a:lnSpc>
          <a:spcPct val="90000"/>
        </a:lnSpc>
        <a:spcBef>
          <a:spcPts val="1000"/>
        </a:spcBef>
        <a:spcAft>
          <a:spcPts val="0"/>
        </a:spcAft>
        <a:buClrTx/>
        <a:buSzTx/>
        <a:buFont typeface="Arial" pitchFamily="2" charset="0"/>
        <a:buChar char="•"/>
        <a:tabLst/>
        <a:defRPr lang="en-US" sz="2800" b="0" i="0" u="none" strike="noStrike" kern="1" cap="none" spc="0" baseline="0">
          <a:solidFill>
            <a:schemeClr val="tx1"/>
          </a:solidFill>
          <a:effectLst/>
          <a:latin typeface="Calibri" pitchFamily="2" charset="0"/>
          <a:ea typeface="Calibri" pitchFamily="2" charset="0"/>
          <a:cs typeface="Calibri" pitchFamily="2" charset="0"/>
        </a:defRPr>
      </a:lvl1pPr>
      <a:lvl2pPr marL="685800" marR="0" indent="-228600" algn="l" defTabSz="914400">
        <a:lnSpc>
          <a:spcPct val="90000"/>
        </a:lnSpc>
        <a:spcBef>
          <a:spcPts val="500"/>
        </a:spcBef>
        <a:spcAft>
          <a:spcPts val="0"/>
        </a:spcAft>
        <a:buClrTx/>
        <a:buSzTx/>
        <a:buFont typeface="Arial" pitchFamily="2" charset="0"/>
        <a:buChar char="•"/>
        <a:tabLst/>
        <a:defRPr lang="en-US" sz="2400" b="0" i="0" u="none" strike="noStrike" kern="1" cap="none" spc="0" baseline="0">
          <a:solidFill>
            <a:schemeClr val="tx1"/>
          </a:solidFill>
          <a:effectLst/>
          <a:latin typeface="Calibri" pitchFamily="2" charset="0"/>
          <a:ea typeface="Calibri" pitchFamily="2" charset="0"/>
          <a:cs typeface="Calibri" pitchFamily="2" charset="0"/>
        </a:defRPr>
      </a:lvl2pPr>
      <a:lvl3pPr marL="1143000" marR="0" indent="-228600" algn="l" defTabSz="914400">
        <a:lnSpc>
          <a:spcPct val="90000"/>
        </a:lnSpc>
        <a:spcBef>
          <a:spcPts val="50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3pPr>
      <a:lvl4pPr marL="16002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20574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5146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9718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4290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886200" marR="0" indent="-228600" algn="l" defTabSz="914400">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bodyStyle>
    <p:other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8.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L2PAAAe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L2PAAB/f38A5+bmA8zMzADAwP8Af39/AAAAAAAAAAAAAAAAAAAAAAAAAAAAIQAAABgAAAAUAAAAAAAAAEgAAAAASwAAeCoAABAAAAAmAAAACAAAAP//////////"/>
              </a:ext>
            </a:extLst>
          </p:cNvSpPr>
          <p:nvPr/>
        </p:nvSpPr>
        <p:spPr>
          <a:xfrm>
            <a:off x="0" y="45720"/>
            <a:ext cx="12192000" cy="6858000"/>
          </a:xfrm>
          <a:prstGeom prst="rect">
            <a:avLst/>
          </a:prstGeom>
          <a:solidFill>
            <a:schemeClr val="bg1"/>
          </a:solidFill>
          <a:ln w="19050" cap="flat" cmpd="sng" algn="ctr">
            <a:solidFill>
              <a:srgbClr val="BD8F0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endParaRPr/>
          </a:p>
        </p:txBody>
      </p:sp>
      <p:pic>
        <p:nvPicPr>
          <p:cNvPr id="3" name="Google Shape;464;p16"/>
          <p:cNvPicPr>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AAAAAC4AAAAFCUAAHgpAAAQAAAAJgAAAAgAAAD//////////w=="/>
              </a:ext>
            </a:extLst>
          </p:cNvPicPr>
          <p:nvPr/>
        </p:nvPicPr>
        <p:blipFill>
          <a:blip r:embed="rId3"/>
          <a:stretch>
            <a:fillRect/>
          </a:stretch>
        </p:blipFill>
        <p:spPr>
          <a:xfrm>
            <a:off x="0" y="116840"/>
            <a:ext cx="6027420" cy="6624320"/>
          </a:xfrm>
          <a:prstGeom prst="rect">
            <a:avLst/>
          </a:prstGeom>
          <a:noFill/>
          <a:ln>
            <a:noFill/>
          </a:ln>
          <a:effectLst/>
        </p:spPr>
      </p:pic>
      <p:sp>
        <p:nvSpPr>
          <p:cNvPr id="4" name="Google Shape;476;p16"/>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Q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LyEAAOULAAClSwAAGBoAABAgAAAmAAAACAAAAP//////////"/>
              </a:ext>
            </a:extLst>
          </p:cNvSpPr>
          <p:nvPr/>
        </p:nvSpPr>
        <p:spPr>
          <a:xfrm>
            <a:off x="5394325" y="1933575"/>
            <a:ext cx="6902450" cy="2308225"/>
          </a:xfrm>
          <a:prstGeom prst="rect">
            <a:avLst/>
          </a:prstGeom>
          <a:noFill/>
          <a:ln>
            <a:noFill/>
          </a:ln>
          <a:effectLst/>
        </p:spPr>
        <p:txBody>
          <a:bodyPr vert="horz" wrap="square" lIns="91440" tIns="45720" rIns="91440" bIns="45720" numCol="1" spcCol="215900" anchor="t"/>
          <a:lstStyle/>
          <a:p>
            <a:pPr marR="0" indent="0" algn="ctr">
              <a:spcBef>
                <a:spcPts val="0"/>
              </a:spcBef>
              <a:spcAft>
                <a:spcPts val="0"/>
              </a:spcAft>
              <a:buNone/>
              <a:defRPr lang="en-US"/>
            </a:pPr>
            <a:r>
              <a:rPr lang="en-US" sz="3200" b="1" cap="all" dirty="0" smtClean="0">
                <a:solidFill>
                  <a:srgbClr val="C00000"/>
                </a:solidFill>
              </a:rPr>
              <a:t>COMPUTER NETWORKS</a:t>
            </a:r>
            <a:endParaRPr lang="en-US" sz="3200" b="1" cap="all" dirty="0">
              <a:solidFill>
                <a:srgbClr val="C00000"/>
              </a:solidFill>
            </a:endParaRPr>
          </a:p>
          <a:p>
            <a:pPr algn="ctr">
              <a:defRPr lang="en-US"/>
            </a:pPr>
            <a:r>
              <a:rPr lang="en-IN" sz="3200" b="1" cap="all" dirty="0" smtClean="0">
                <a:solidFill>
                  <a:srgbClr val="C00000"/>
                </a:solidFill>
              </a:rPr>
              <a:t>24CS2202</a:t>
            </a:r>
            <a:endParaRPr sz="3200" b="1" cap="all" dirty="0">
              <a:solidFill>
                <a:srgbClr val="C00000"/>
              </a:solidFill>
            </a:endParaRPr>
          </a:p>
          <a:p>
            <a:pPr marR="0" indent="0" algn="ctr">
              <a:spcBef>
                <a:spcPts val="0"/>
              </a:spcBef>
              <a:spcAft>
                <a:spcPts val="0"/>
              </a:spcAft>
              <a:buNone/>
              <a:defRPr lang="en-US"/>
            </a:pPr>
            <a:endParaRPr lang="en-US" sz="2000" b="1" cap="none" dirty="0">
              <a:solidFill>
                <a:srgbClr val="7F7F7F"/>
              </a:solidFill>
            </a:endParaRPr>
          </a:p>
          <a:p>
            <a:pPr marR="0" indent="0" algn="ctr">
              <a:spcBef>
                <a:spcPts val="0"/>
              </a:spcBef>
              <a:spcAft>
                <a:spcPts val="0"/>
              </a:spcAft>
              <a:buNone/>
              <a:defRPr lang="en-US"/>
            </a:pPr>
            <a:r>
              <a:rPr lang="en-US" sz="2000" b="1" cap="none" dirty="0">
                <a:solidFill>
                  <a:srgbClr val="7F7F7F"/>
                </a:solidFill>
              </a:rPr>
              <a:t>Topic: </a:t>
            </a:r>
          </a:p>
          <a:p>
            <a:pPr marR="0" indent="0" algn="ctr">
              <a:spcBef>
                <a:spcPts val="0"/>
              </a:spcBef>
              <a:spcAft>
                <a:spcPts val="0"/>
              </a:spcAft>
              <a:buNone/>
              <a:defRPr lang="en-US"/>
            </a:pPr>
            <a:r>
              <a:rPr lang="en-US" sz="4000" b="1" cap="all" dirty="0">
                <a:solidFill>
                  <a:srgbClr val="C00000"/>
                </a:solidFill>
              </a:rPr>
              <a:t>MAC PROTOCOLS: ALOHA</a:t>
            </a:r>
            <a:endParaRPr lang="en-US" sz="4000" b="1" cap="none" dirty="0">
              <a:solidFill>
                <a:srgbClr val="C00000"/>
              </a:solidFill>
            </a:endParaRPr>
          </a:p>
        </p:txBody>
      </p:sp>
      <p:sp>
        <p:nvSpPr>
          <p:cNvPr id="5" name="Rectangle: Rounded Corners 18"/>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CP///whfAAAAAAAAAAAAAAAAAAAAAAAAAAAAAAAAAAAAZAAAAAEAAABAAAAAAAAAAAAAAAAAAAAAAAAAAAAAAAAAAAAAAAAAAAAAAAAAAAAAAAAAAAAAAAAAAAAAAAAAAAAAAAAAAAAAAAAAAAAAAAAAAAAAAAAAAAAAAAAAAAAAFAAAADwAAAABAAAAAAAAAMAAAAAe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MAAAAB/f38A5+bmA8zMzADAwP8Af39/AAAAAAAAAAAAAAAAAAAAAAAAAAAAIQAAABgAAAAUAAAAWCYAALEFAADxQQAAOgkAABAAAAAmAAAACAAAAP//////////"/>
              </a:ext>
            </a:extLst>
          </p:cNvSpPr>
          <p:nvPr/>
        </p:nvSpPr>
        <p:spPr>
          <a:xfrm>
            <a:off x="6233160" y="925195"/>
            <a:ext cx="4486275" cy="574675"/>
          </a:xfrm>
          <a:prstGeom prst="roundRect">
            <a:avLst>
              <a:gd name="adj" fmla="val 16667"/>
            </a:avLst>
          </a:prstGeom>
          <a:solidFill>
            <a:schemeClr val="bg1">
              <a:alpha val="5000"/>
            </a:schemeClr>
          </a:solidFill>
          <a:ln w="19050" cap="flat" cmpd="sng" algn="ctr">
            <a:solidFill>
              <a:srgbClr val="C00000"/>
            </a:solidFill>
            <a:prstDash val="solid"/>
            <a:headEnd type="none"/>
            <a:tailEnd type="none"/>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endParaRPr/>
          </a:p>
        </p:txBody>
      </p:sp>
      <p:sp>
        <p:nvSpPr>
          <p:cNvPr id="6" name="Google Shape;475;p16"/>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gCUAABwFAADFQQAAdwkAABAgAAAmAAAACAAAAP//////////"/>
              </a:ext>
            </a:extLst>
          </p:cNvSpPr>
          <p:nvPr/>
        </p:nvSpPr>
        <p:spPr>
          <a:xfrm>
            <a:off x="6096000" y="830580"/>
            <a:ext cx="4595495" cy="708025"/>
          </a:xfrm>
          <a:prstGeom prst="rect">
            <a:avLst/>
          </a:prstGeom>
          <a:noFill/>
          <a:ln>
            <a:noFill/>
          </a:ln>
          <a:effectLst/>
        </p:spPr>
        <p:txBody>
          <a:bodyPr vert="horz" wrap="square" lIns="91440" tIns="45720" rIns="91440" bIns="45720" numCol="1" spcCol="215900" anchor="t"/>
          <a:lstStyle/>
          <a:p>
            <a:pPr algn="ctr">
              <a:defRPr lang="en-US"/>
            </a:pPr>
            <a:r>
              <a:rPr lang="en-US" sz="4000" cap="none">
                <a:solidFill>
                  <a:srgbClr val="C00000"/>
                </a:solidFill>
              </a:rPr>
              <a:t>Department of CSE</a:t>
            </a:r>
          </a:p>
        </p:txBody>
      </p:sp>
      <p:sp>
        <p:nvSpPr>
          <p:cNvPr id="7" name="Google Shape;502;p1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e/fHe9XK5j8AAAAAAADwvwAAAAAAAOA/AAAAAAAA4D8AAAAAAADgPwAAAAAAAOA/AAAAAAAA4D8AAAAAAADgPwAAAAAAAOA/AAAAAAAA4D8CAAAAjAAAAAEAAAAAAAAAwA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QAAAAAAAAAEAAAAAAAAAAEAAAAAAAAATAAAAAAAAAAAAAAAZgAAAGYAAAAAAAAAy8vLAEwAAAAAAAAAAAAAAGYAAABmAAAAAAAAABcAAAAUAAAAAAAAAAAAAAD/fwAA/38AAAAAAAAJAAAABAAAAAAAAAAeAAAAaAAAAAAAAAAAAAAAAAAAAAAAAAAAAAAAECcAABAnAAAAAAAAAAAAAAAAAAAAAAAAAAAAAAAAAAAAAAAAAAAAACwB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wAAAAP///wEAAAAAAAAAAAAAAAAAAAAAAAAAAAAAAAAAAAAAAAAAAAAAAAJ/f38AAAAAAMvLywDAwP8Af39/AAAAAAAAAAAAAAAAAAAAAAAAAAAAIQAAABgAAAAUAAAA5S4AAEUdAAClPAAADyAAABAAAAAmAAAACAAAAP//////////"/>
              </a:ext>
            </a:extLst>
          </p:cNvSpPr>
          <p:nvPr/>
        </p:nvSpPr>
        <p:spPr>
          <a:xfrm>
            <a:off x="7623175" y="4758055"/>
            <a:ext cx="2235200" cy="453390"/>
          </a:xfrm>
          <a:prstGeom prst="roundRect">
            <a:avLst>
              <a:gd name="adj" fmla="val 35613"/>
            </a:avLst>
          </a:prstGeom>
          <a:solidFill>
            <a:srgbClr val="C00000"/>
          </a:solidFill>
          <a:ln>
            <a:noFill/>
          </a:ln>
          <a:effectLst>
            <a:outerShdw blurRad="190500" sx="102000" sy="102000" algn="ctr">
              <a:srgbClr val="000000">
                <a:alpha val="24000"/>
              </a:srgbClr>
            </a:outerShdw>
          </a:effectLst>
        </p:spPr>
        <p:txBody>
          <a:bodyPr vert="horz" wrap="square" lIns="91440" tIns="45720" rIns="91440" bIns="45720" numCol="1" spcCol="215900" anchor="ctr"/>
          <a:lstStyle/>
          <a:p>
            <a:pPr marL="0" marR="0" indent="0" algn="ctr">
              <a:spcBef>
                <a:spcPts val="0"/>
              </a:spcBef>
              <a:spcAft>
                <a:spcPts val="0"/>
              </a:spcAft>
              <a:buNone/>
              <a:defRPr lang="en-US"/>
            </a:pPr>
            <a:r>
              <a:rPr lang="en-US" sz="2400" cap="none" dirty="0">
                <a:solidFill>
                  <a:srgbClr val="FFFFFF"/>
                </a:solidFill>
              </a:rPr>
              <a:t>Session - </a:t>
            </a:r>
            <a:r>
              <a:rPr lang="en-US" sz="2400" cap="none" dirty="0" smtClean="0">
                <a:solidFill>
                  <a:srgbClr val="FFFFFF"/>
                </a:solidFill>
              </a:rPr>
              <a:t>14 </a:t>
            </a:r>
            <a:endParaRPr lang="en-US" sz="2400" cap="none" dirty="0">
              <a:solidFill>
                <a:srgbClr val="FFFFFF"/>
              </a:solidFill>
            </a:endParaRPr>
          </a:p>
        </p:txBody>
      </p:sp>
      <p:sp>
        <p:nvSpPr>
          <p:cNvPr id="8" name="Rectangle 3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iUyAP///wEAAAAAAAAAAAAAAAAAAAAAAAAAAAAAAAAAAAAAAAAAAERzngB/f38A5+bmA8zMzADAwP8Af39/AAAAAAAAAAAAAAAAAAAAAAAAAAAAIQAAABgAAAAUAAAAAAAAAOgpAAAASwAAMCoAABAAAAAmAAAACAAAAP//////////"/>
              </a:ext>
            </a:extLst>
          </p:cNvSpPr>
          <p:nvPr/>
        </p:nvSpPr>
        <p:spPr>
          <a:xfrm>
            <a:off x="0" y="6812280"/>
            <a:ext cx="12192000" cy="45720"/>
          </a:xfrm>
          <a:prstGeom prst="rect">
            <a:avLst/>
          </a:prstGeom>
          <a:solidFill>
            <a:srgbClr val="BA2532"/>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endParaRPr/>
          </a:p>
        </p:txBody>
      </p:sp>
      <p:sp>
        <p:nvSpPr>
          <p:cNvPr id="9" name="Rectangle 3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iUyAP///wEAAAAAAAAAAAAAAAAAAAAAAAAAAAAAAAAAAAAAAAAAAERzngB/f38A5+bmA8zMzADAwP8Af39/AAAAAAAAAAAAAAAAAAAAAAAAAAAAIQAAABgAAAAUAAAAAAAAAAAAAAAASwAASAAAABAAAAAmAAAACAAAAP//////////"/>
              </a:ext>
            </a:extLst>
          </p:cNvSpPr>
          <p:nvPr/>
        </p:nvSpPr>
        <p:spPr>
          <a:xfrm>
            <a:off x="0" y="0"/>
            <a:ext cx="12192000" cy="45720"/>
          </a:xfrm>
          <a:prstGeom prst="rect">
            <a:avLst/>
          </a:prstGeom>
          <a:solidFill>
            <a:srgbClr val="BA2532"/>
          </a:solidFill>
          <a:ln>
            <a:noFill/>
          </a:ln>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endParaRPr/>
          </a:p>
        </p:txBody>
      </p:sp>
      <p:pic>
        <p:nvPicPr>
          <p:cNvPr id="10" name="Picture 2" descr="KL Deemed to be University Logo"/>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F8BAACBAAAAzxAAAAkHAAAQAAAAJgAAAAgAAAD//////////w=="/>
              </a:ext>
            </a:extLst>
          </p:cNvPicPr>
          <p:nvPr/>
        </p:nvPicPr>
        <p:blipFill>
          <a:blip r:embed="rId4"/>
          <a:stretch>
            <a:fillRect/>
          </a:stretch>
        </p:blipFill>
        <p:spPr>
          <a:xfrm>
            <a:off x="222885" y="81915"/>
            <a:ext cx="2509520" cy="1061720"/>
          </a:xfrm>
          <a:prstGeom prst="rect">
            <a:avLst/>
          </a:prstGeom>
          <a:noFill/>
          <a:ln>
            <a:noFill/>
          </a:ln>
          <a:effectLst/>
        </p:spPr>
      </p:pic>
    </p:spTree>
  </p:cSld>
  <p:clrMapOvr>
    <a:masterClrMapping/>
  </p:clrMapOvr>
  <p:transition spd="slow">
    <p:fade/>
    <p:extLst>
      <p:ext uri="smNativeData">
        <pr:smNativeData xmlns:mc="http://schemas.openxmlformats.org/markup-compatibility/2006" xmlns:p14="http://schemas.microsoft.com/office/powerpoint/2010/main" xmlns:p15="http://schemas.microsoft.com/office/powerpoint/2012/main" xmlns:pr="smNativeData" xmlns="smNativeData" val="zyvAZgAAAADQBwAAAAAAAAYAAAAAAAAAAAAAAAAAAAAAAAAAAQAAAAAAAAAAAAAAAAAAAAAAAAAAAAAA" duo="zyvAZgAAAAAAAAAAAAAAAAAAAAA="/>
      </p:ext>
    </p:extLs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QAAAAAAAAAAAAAAAAAAAAEAAAC6JTIAPAAAACoAAAAqAAAAZAAAAGQAAAAAAAAAy8vLADwAAAAqAAAAKgAAAGQAAABkAAAAAAAAABcAAAAUAAAAAAAAAAAAAAD/fwAA/38AAAAAAAAJAAAABAAAAPn///8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uiUyAP///wEAAAAAAAAAAAAAAAAAAAAAAAAAAAAAAAAAAAAAAAAAAERzngB/f38AuiUyAMvLywDAwP8Af39/AAAAAAAAAAAAAAAAAAAAAAAAAAAAIQAAABgAAAAUAAAAghsAAIUAAAAILgAA7AIAABAAAAAmAAAACAAAAP//////////"/>
              </a:ext>
            </a:extLst>
          </p:cNvSpPr>
          <p:nvPr/>
        </p:nvSpPr>
        <p:spPr>
          <a:xfrm>
            <a:off x="4471670" y="84455"/>
            <a:ext cx="3011170" cy="390525"/>
          </a:xfrm>
          <a:prstGeom prst="roundRect">
            <a:avLst>
              <a:gd name="adj" fmla="val 16667"/>
            </a:avLst>
          </a:prstGeom>
          <a:solidFill>
            <a:srgbClr val="BA2532"/>
          </a:solidFill>
          <a:ln>
            <a:noFill/>
          </a:ln>
          <a:effectLst>
            <a:outerShdw blurRad="50800" dist="37717" dir="2700000" algn="tl">
              <a:srgbClr val="BA2532">
                <a:alpha val="40000"/>
              </a:srgb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r>
              <a:rPr lang="en-US" sz="2400" cap="none"/>
              <a:t>AIM OF THE SESSION</a:t>
            </a:r>
          </a:p>
        </p:txBody>
      </p:sp>
      <p:sp>
        <p:nvSpPr>
          <p:cNvPr id="3" name="Text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EAAAAGAAAAzuHyAPf6/QAAAAAAZAAAAAAAAAAAAAAAAAAAAAAAAAAAAAAAeAAAAAEAAABAAAAAAAAAAAAAAAAAAAAAAAAAAAAAAAAAAAAAAAAAAAAAAAAAAAAAAAAAAAAAAAAAAAAAAAAAAAAAAAAAAAAAAAAAAAAAAAAAAAAAAAAAAAAAAAAAAAAAFAAAADwAAAABAAAAAAAAAN/s9wAPAAAAAQAAACMAAAAjAAAAIwAAAB4AAAAAAAAAZAAAAGQAAAAAAAAAZAAAAGQAAAAVAAAAYAAAAAAAAAAAAAAADwAAACADAAAAAAAAAAAAAAEAAACgMgAAVgcAAKr4//8BAAAAf39/AAEAAABkAAAAAAAAABQAAABAHwAAAAAAACYAAAAAAAAAwOD//wAAAAAmAAAAZAAAABYAAABMAAAAAQAAAAAAAAADAAAAAAAAAAEAAAC81+8AZAAAADwAAAAAAAAAZAAAAGQAAAAAAAAAy8vLAGQAAAA8AAAAAAAAAGQAAABkAAAAAAAAABcAAAAUAAAAAAAAAAAAAAD/fwAA/38AAAAAAAAJAAAABAAAAF8AYAAeAAAAaAAAAAEAAAAAAAAAAAAAAAAAAAAAAAAAECcAABAnAAAAAAAAAAAAAAAAAAAAAGQ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zuHyAPf6/QAAAAAAAAAAAAAAAAAAAAAAAAAAAAAAAAAAAAAAAAAAAN/s9wB/f38AvNfvAMvLywDAwP8Af39/AAAAAAAAAAAAAAAAAAAAAAAAAAAAIQAAABgAAAAUAAAAoAUAADYEAACkRwAAHAkAABAgAAAmAAAACAAAAP//////////"/>
              </a:ext>
            </a:extLst>
          </p:cNvSpPr>
          <p:nvPr/>
        </p:nvSpPr>
        <p:spPr>
          <a:xfrm>
            <a:off x="914400" y="684530"/>
            <a:ext cx="10731500" cy="796290"/>
          </a:xfrm>
          <a:prstGeom prst="rect">
            <a:avLst/>
          </a:prstGeom>
          <a:gradFill flip="none" rotWithShape="1">
            <a:gsLst>
              <a:gs pos="0">
                <a:srgbClr val="F7FAFD"/>
              </a:gs>
              <a:gs pos="100000">
                <a:srgbClr val="CEE1F2">
                  <a:alpha val="0"/>
                </a:srgbClr>
              </a:gs>
            </a:gsLst>
            <a:path path="circle"/>
            <a:tileRect/>
          </a:gradFill>
          <a:ln w="9525" cap="flat" cmpd="sng" algn="ctr">
            <a:solidFill>
              <a:srgbClr val="DFECF7"/>
            </a:solidFill>
            <a:prstDash val="solid"/>
            <a:headEnd type="none"/>
            <a:tailEnd type="none"/>
          </a:ln>
          <a:effectLst>
            <a:outerShdw blurRad="50800" dist="38100" algn="l">
              <a:srgbClr val="BCD7EF">
                <a:alpha val="0"/>
              </a:srgbClr>
            </a:outerShdw>
          </a:effectLst>
        </p:spPr>
        <p:txBody>
          <a:bodyPr vert="horz" wrap="square" lIns="91440" tIns="45720" rIns="91440" bIns="45720" numCol="1" spcCol="215900" anchor="t"/>
          <a:lstStyle/>
          <a:p>
            <a:pPr>
              <a:lnSpc>
                <a:spcPct val="150000"/>
              </a:lnSpc>
              <a:defRPr lang="en-US"/>
            </a:pPr>
            <a:r>
              <a:rPr lang="en-US" sz="1600" cap="none">
                <a:latin typeface="Poppins" charset="0"/>
                <a:ea typeface="Calibri" pitchFamily="2" charset="0"/>
                <a:cs typeface="Poppins" charset="0"/>
              </a:rPr>
              <a:t>To familiarize students with the basic idea of ALOHA protocols</a:t>
            </a:r>
          </a:p>
          <a:p>
            <a:pPr>
              <a:lnSpc>
                <a:spcPct val="150000"/>
              </a:lnSpc>
              <a:defRPr lang="en-US"/>
            </a:pPr>
            <a:endParaRPr lang="en-US" sz="1600" cap="none">
              <a:latin typeface="Poppins" charset="0"/>
              <a:ea typeface="Calibri" pitchFamily="2" charset="0"/>
              <a:cs typeface="Poppins" charset="0"/>
            </a:endParaRPr>
          </a:p>
        </p:txBody>
      </p:sp>
      <p:sp>
        <p:nvSpPr>
          <p:cNvPr id="4" name="Rounded Rectangle 1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QAAAAAAAAAAAAAAAAAAAAEAAAC6JTIAPAAAACoAAAAqAAAAZAAAAGQAAAAAAAAAy8vLADwAAAAqAAAAKgAAAGQAAABkAAAAAAAAABcAAAAUAAAAAAAAAAAAAAD/fwAA/38AAAAAAAAJAAAABAAAAPT///8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uiUyAP///wEAAAAAAAAAAAAAAAAAAAAAAAAAAAAAAAAAAAAAAAAAAERzngB/f38AuiUyAMvLywDAwP8Af39/AAAAAAAAAAAAAAAAAAAAAAAAAAAAIQAAABgAAAAUAAAAmBkAAB4LAABoMQAAhQ0AABAAAAAmAAAACAAAAP//////////"/>
              </a:ext>
            </a:extLst>
          </p:cNvSpPr>
          <p:nvPr/>
        </p:nvSpPr>
        <p:spPr>
          <a:xfrm>
            <a:off x="4160520" y="1807210"/>
            <a:ext cx="3870960" cy="390525"/>
          </a:xfrm>
          <a:prstGeom prst="roundRect">
            <a:avLst>
              <a:gd name="adj" fmla="val 16667"/>
            </a:avLst>
          </a:prstGeom>
          <a:solidFill>
            <a:srgbClr val="BA2532"/>
          </a:solidFill>
          <a:ln>
            <a:noFill/>
          </a:ln>
          <a:effectLst>
            <a:outerShdw blurRad="50800" dist="37717" dir="2700000" algn="tl">
              <a:srgbClr val="BA2532">
                <a:alpha val="40000"/>
              </a:srgb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r>
              <a:rPr lang="en-US" sz="2400" cap="none"/>
              <a:t>INSTRUCTIONAL OBJECTIVES</a:t>
            </a:r>
          </a:p>
        </p:txBody>
      </p:sp>
      <p:sp>
        <p:nvSpPr>
          <p:cNvPr id="5" name="TextBox 8"/>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EAAAAGAAAAzuHyAPf6/QAAAAAAAAAAAAAAAAAAAAAAAAAAAAAAAAAAAAAAeAAAAAEAAABAAAAAAAAAAAAAAAAAAAAAAAAAAAAAAAAAAAAAAAAAAAAAAAAAAAAAAAAAAAAAAAAAAAAAAAAAAAAAAAAAAAAAAAAAAAAAAAAAAAAAAAAAAAAAAAAAAAAAFAAAADwAAAABAAAAAAAAAN/s9wAPAAAAAQAAACMAAAAjAAAAIwAAAB4AAAAAAAAAZAAAAGQAAAAAAAAAZAAAAGQAAAAVAAAAYAAAAAAAAAAAAAAADwAAACADAAAAAAAAAAAAAAEAAACgMgAAVgcAAKr4//8BAAAAf39/AAEAAABkAAAAAAAAABQAAABAHwAAAAAAACYAAAAAAAAAwOD//wAAAAAmAAAAZAAAABYAAABMAAAAAQAAAAAAAAADAAAAAAAAAAEAAAC81+8APAAAADwAAAAAAAAAZAAAAGQAAAAAAAAAy8vLADwAAAA8AAAAAAAAAGQAAABkAAAAAAAAABcAAAAUAAAAAAAAAAAAAAD/fwAA/38AAAAAAAAJAAAABAAAAPP///8eAAAAaAAAAAE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zuHyAPf6/QAAAAAAAAAAAAAAAAAAAAAAAAAAAAAAAAAAAAAAAAAAAN/s9wB/f38AvNfvAMvLywDAwP8Af39/AAAAAAAAAAAAAAAAAAAAAAAAAAAAIQAAABgAAAAUAAAAyAoAAAAPAADdQAAAoRUAABAgAAAmAAAACAAAAP//////////"/>
              </a:ext>
            </a:extLst>
          </p:cNvSpPr>
          <p:nvPr/>
        </p:nvSpPr>
        <p:spPr>
          <a:xfrm>
            <a:off x="1752600" y="2438400"/>
            <a:ext cx="8791575" cy="1077595"/>
          </a:xfrm>
          <a:prstGeom prst="rect">
            <a:avLst/>
          </a:prstGeom>
          <a:gradFill flip="none" rotWithShape="1">
            <a:gsLst>
              <a:gs pos="0">
                <a:srgbClr val="F7FAFD"/>
              </a:gs>
              <a:gs pos="100000">
                <a:srgbClr val="CEE1F2"/>
              </a:gs>
            </a:gsLst>
            <a:path path="circle"/>
            <a:tileRect/>
          </a:gradFill>
          <a:ln w="9525" cap="flat" cmpd="sng" algn="ctr">
            <a:solidFill>
              <a:srgbClr val="DFECF7"/>
            </a:solidFill>
            <a:prstDash val="solid"/>
            <a:headEnd type="none"/>
            <a:tailEnd type="none"/>
          </a:ln>
          <a:effectLst>
            <a:outerShdw blurRad="50800" dist="38100" algn="l">
              <a:srgbClr val="BCD7EF">
                <a:alpha val="40000"/>
              </a:srgbClr>
            </a:outerShdw>
          </a:effectLst>
        </p:spPr>
        <p:txBody>
          <a:bodyPr vert="horz" wrap="square" lIns="91440" tIns="45720" rIns="91440" bIns="45720" numCol="1" spcCol="215900" anchor="t"/>
          <a:lstStyle/>
          <a:p>
            <a:pPr>
              <a:lnSpc>
                <a:spcPct val="200000"/>
              </a:lnSpc>
              <a:defRPr lang="en-US"/>
            </a:pPr>
            <a:r>
              <a:rPr lang="en-US" sz="1600" cap="none">
                <a:latin typeface="Poppins" charset="0"/>
                <a:ea typeface="Calibri" pitchFamily="2" charset="0"/>
                <a:cs typeface="Poppins" charset="0"/>
              </a:rPr>
              <a:t>This Session is designed to:</a:t>
            </a:r>
          </a:p>
          <a:p>
            <a:pPr marL="342900" indent="-342900">
              <a:buAutoNum type="arabicPlain"/>
              <a:defRPr lang="en-US"/>
            </a:pPr>
            <a:r>
              <a:rPr lang="en-US" sz="1600" cap="none">
                <a:latin typeface="Arial" pitchFamily="2" charset="0"/>
                <a:ea typeface="Calibri" pitchFamily="2" charset="0"/>
                <a:cs typeface="Calibri" pitchFamily="2" charset="0"/>
              </a:rPr>
              <a:t>Demonstrate the need for Random Access protocols</a:t>
            </a:r>
          </a:p>
          <a:p>
            <a:pPr marL="342900" indent="-342900">
              <a:buAutoNum type="arabicPlain"/>
              <a:defRPr lang="en-US"/>
            </a:pPr>
            <a:r>
              <a:rPr lang="en-US" sz="1600" cap="none">
                <a:latin typeface="Arial" pitchFamily="2" charset="0"/>
                <a:ea typeface="Calibri" pitchFamily="2" charset="0"/>
                <a:cs typeface="Calibri" pitchFamily="2" charset="0"/>
              </a:rPr>
              <a:t>Describe the working of ALOHA protocols</a:t>
            </a:r>
          </a:p>
        </p:txBody>
      </p:sp>
      <p:pic>
        <p:nvPicPr>
          <p:cNvPr id="6" name="Graphic 10" descr="Bullseye outline"/>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AAAAADZAwAAoAUAAHkJAAAQAAAAJgAAAAgAAAD//////////w=="/>
              </a:ext>
            </a:extLst>
          </p:cNvPicPr>
          <p:nvPr/>
        </p:nvPicPr>
        <p:blipFill>
          <a:blip r:embed="rId2" cstate="print">
            <a:extLst>
              <a:ext uri="{96DAC541-7B7A-43D3-8B79-37D633B846F1}">
                <asvg:svgBlip xmlns="" xmlns:mc="http://schemas.openxmlformats.org/markup-compatibility/2006" xmlns:p14="http://schemas.microsoft.com/office/powerpoint/2010/main" xmlns:p15="http://schemas.microsoft.com/office/powerpoint/2012/main" xmlns:asvg="http://schemas.microsoft.com/office/drawing/2016/SVG/main" r:embed="rId3"/>
              </a:ext>
            </a:extLst>
          </a:blip>
          <a:stretch>
            <a:fillRect/>
          </a:stretch>
        </p:blipFill>
        <p:spPr>
          <a:xfrm>
            <a:off x="0" y="625475"/>
            <a:ext cx="914400" cy="914400"/>
          </a:xfrm>
          <a:prstGeom prst="rect">
            <a:avLst/>
          </a:prstGeom>
          <a:noFill/>
          <a:ln>
            <a:noFill/>
          </a:ln>
          <a:effectLst/>
        </p:spPr>
      </p:pic>
      <p:pic>
        <p:nvPicPr>
          <p:cNvPr id="7" name="Graphic 26" descr="Presentation with checklist outline"/>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D///8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CgFAAAADwAAyAoAAKAUAAAQAAAAJgAAAAgAAAD//////////w=="/>
              </a:ext>
            </a:extLst>
          </p:cNvPicPr>
          <p:nvPr/>
        </p:nvPicPr>
        <p:blipFill>
          <a:blip r:embed="rId4">
            <a:extLst>
              <a:ext uri="{96DAC541-7B7A-43D3-8B79-37D633B846F1}">
                <asvg:svgBlip xmlns="" xmlns:mc="http://schemas.openxmlformats.org/markup-compatibility/2006" xmlns:p14="http://schemas.microsoft.com/office/powerpoint/2010/main" xmlns:p15="http://schemas.microsoft.com/office/powerpoint/2012/main" xmlns:asvg="http://schemas.microsoft.com/office/drawing/2016/SVG/main" r:embed="rId5"/>
              </a:ext>
            </a:extLst>
          </a:blip>
          <a:stretch>
            <a:fillRect/>
          </a:stretch>
        </p:blipFill>
        <p:spPr>
          <a:xfrm>
            <a:off x="838200" y="2438400"/>
            <a:ext cx="914400" cy="914400"/>
          </a:xfrm>
          <a:prstGeom prst="rect">
            <a:avLst/>
          </a:prstGeom>
          <a:noFill/>
          <a:ln>
            <a:noFill/>
          </a:ln>
          <a:effectLst/>
        </p:spPr>
      </p:pic>
      <p:sp>
        <p:nvSpPr>
          <p:cNvPr id="8" name="Rounded Rectangle 1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QAAAAAAAAAAAAAAAAAAAAEAAAC6JTIAPAAAACoAAAAqAAAAZAAAAGQAAAAAAAAAy8vLADwAAAAqAAAAKgAAAGQAAABkAAAAAAAAABcAAAAUAAAAAAAAAAAAAAD/fwAA/38AAAAAAAAJAAAABAAAAPf///8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uiUyAP///wEAAAAAAAAAAAAAAAAAAAAAAAAAAAAAAAAAAAAAAAAAAERzngB/f38AuiUyAMvLywDAwP8Af39/AAAAAAAAAAAAAAAAAAAAAAAAAAAAIQAAABgAAAAUAAAA6xkAACQaAAC6MQAAixwAABAAAAAmAAAACAAAAP//////////"/>
              </a:ext>
            </a:extLst>
          </p:cNvSpPr>
          <p:nvPr/>
        </p:nvSpPr>
        <p:spPr>
          <a:xfrm>
            <a:off x="4213225" y="4249420"/>
            <a:ext cx="3870325" cy="390525"/>
          </a:xfrm>
          <a:prstGeom prst="roundRect">
            <a:avLst>
              <a:gd name="adj" fmla="val 16667"/>
            </a:avLst>
          </a:prstGeom>
          <a:solidFill>
            <a:srgbClr val="BA2532"/>
          </a:solidFill>
          <a:ln>
            <a:noFill/>
          </a:ln>
          <a:effectLst>
            <a:outerShdw blurRad="50800" dist="37717" dir="2700000" algn="tl">
              <a:srgbClr val="BA2532">
                <a:alpha val="40000"/>
              </a:srgb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r>
              <a:rPr lang="en-US" sz="2400" cap="none"/>
              <a:t>LEARNING OUTCOMES</a:t>
            </a:r>
          </a:p>
        </p:txBody>
      </p:sp>
      <p:pic>
        <p:nvPicPr>
          <p:cNvPr id="9" name="Graphic 30" descr="Idea outline"/>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kPSJN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KAFAABRHQAAQAsAAPEiAAAQAAAAJgAAAAgAAAD//////////w=="/>
              </a:ext>
            </a:extLst>
          </p:cNvPicPr>
          <p:nvPr/>
        </p:nvPicPr>
        <p:blipFill>
          <a:blip r:embed="rId6">
            <a:extLst>
              <a:ext uri="{96DAC541-7B7A-43D3-8B79-37D633B846F1}">
                <asvg:svgBlip xmlns="" xmlns:mc="http://schemas.openxmlformats.org/markup-compatibility/2006" xmlns:p14="http://schemas.microsoft.com/office/powerpoint/2010/main" xmlns:p15="http://schemas.microsoft.com/office/powerpoint/2012/main" xmlns:asvg="http://schemas.microsoft.com/office/drawing/2016/SVG/main" r:embed="rId7"/>
              </a:ext>
            </a:extLst>
          </a:blip>
          <a:stretch>
            <a:fillRect/>
          </a:stretch>
        </p:blipFill>
        <p:spPr>
          <a:xfrm>
            <a:off x="914400" y="4765675"/>
            <a:ext cx="914400" cy="914400"/>
          </a:xfrm>
          <a:prstGeom prst="rect">
            <a:avLst/>
          </a:prstGeom>
          <a:noFill/>
          <a:ln>
            <a:noFill/>
          </a:ln>
          <a:effectLst/>
        </p:spPr>
      </p:pic>
      <p:sp>
        <p:nvSpPr>
          <p:cNvPr id="10" name="TextBox 36"/>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EAAAAGAAAAzuHyAPf6/QAAAAAAAAAAAAAAAAAAAAAAAAAAAAAAAAAAAAAAeAAAAAEAAABAAAAAAAAAAAAAAAAAAAAAAAAAAAAAAAAAAAAAAAAAAAAAAAAAAAAAAAAAAAAAAAAAAAAAAAAAAAAAAAAAAAAAAAAAAAAAAAAAAAAAAAAAAAAAAAAAAAAAFAAAADwAAAABAAAAAAAAAN/s9wAPAAAAAQAAACMAAAAjAAAAIwAAAB4AAAAAAAAAZAAAAGQAAAAAAAAAZAAAAGQAAAAVAAAAYAAAAAAAAAAAAAAADwAAACADAAAAAAAAAAAAAAEAAACgMgAAVgcAAKr4//8BAAAAf39/AAEAAABkAAAAAAAAABQAAABAHwAAAAAAACYAAAAAAAAAwOD//wAAAAAmAAAAZAAAABYAAABMAAAAAQAAAAAAAAADAAAAAAAAAAEAAAC81+8APAAAADwAAAAAAAAAZAAAAGQAAAAAAAAAy8vLADwAAAA8AAAAAAAAAGQAAABkAAAAAAAAABcAAAAUAAAAAAAAAAAAAAD/fwAA/38AAAAAAAAJAAAABAAAAPb///8eAAAAaAAAAAE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zuHyAPf6/QAAAAAAAAAAAAAAAAAAAAAAAAAAAAAAAAAAAAAAAAAAAN/s9wB/f38AvNfvAMvLywDAwP8Af39/AAAAAAAAAAAAAAAAAAAAAAAAAAAAIQAAABgAAAAUAAAAyAoAAFsdAADdQAAAfyUAABAgAAAmAAAACAAAAP//////////"/>
              </a:ext>
            </a:extLst>
          </p:cNvSpPr>
          <p:nvPr/>
        </p:nvSpPr>
        <p:spPr>
          <a:xfrm>
            <a:off x="1752600" y="4772025"/>
            <a:ext cx="8791575" cy="1323340"/>
          </a:xfrm>
          <a:prstGeom prst="rect">
            <a:avLst/>
          </a:prstGeom>
          <a:gradFill flip="none" rotWithShape="1">
            <a:gsLst>
              <a:gs pos="0">
                <a:srgbClr val="F7FAFD"/>
              </a:gs>
              <a:gs pos="100000">
                <a:srgbClr val="CEE1F2"/>
              </a:gs>
            </a:gsLst>
            <a:path path="circle"/>
            <a:tileRect/>
          </a:gradFill>
          <a:ln w="9525" cap="flat" cmpd="sng" algn="ctr">
            <a:solidFill>
              <a:srgbClr val="DFECF7"/>
            </a:solidFill>
            <a:prstDash val="solid"/>
            <a:headEnd type="none"/>
            <a:tailEnd type="none"/>
          </a:ln>
          <a:effectLst>
            <a:outerShdw blurRad="50800" dist="38100" algn="l">
              <a:srgbClr val="BCD7EF">
                <a:alpha val="40000"/>
              </a:srgbClr>
            </a:outerShdw>
          </a:effectLst>
        </p:spPr>
        <p:txBody>
          <a:bodyPr vert="horz" wrap="square" lIns="91440" tIns="45720" rIns="91440" bIns="45720" numCol="1" spcCol="215900" anchor="t"/>
          <a:lstStyle/>
          <a:p>
            <a:pPr>
              <a:lnSpc>
                <a:spcPct val="200000"/>
              </a:lnSpc>
              <a:defRPr lang="en-US"/>
            </a:pPr>
            <a:r>
              <a:rPr lang="en-US" sz="1600" cap="none">
                <a:latin typeface="Arial" pitchFamily="2" charset="0"/>
                <a:ea typeface="Calibri" pitchFamily="2" charset="0"/>
                <a:cs typeface="Arial" pitchFamily="2" charset="0"/>
              </a:rPr>
              <a:t>At the end of this session, you should be able to:</a:t>
            </a:r>
          </a:p>
          <a:p>
            <a:pPr marL="342900" indent="-342900">
              <a:buAutoNum type="arabicPlain"/>
              <a:defRPr lang="en-US"/>
            </a:pPr>
            <a:r>
              <a:rPr lang="en-US" sz="1600" cap="none">
                <a:latin typeface="Arial" pitchFamily="2" charset="0"/>
                <a:ea typeface="Calibri" pitchFamily="2" charset="0"/>
                <a:cs typeface="Calibri" pitchFamily="2" charset="0"/>
              </a:rPr>
              <a:t>Illustrate the need for MAC protocols</a:t>
            </a:r>
          </a:p>
          <a:p>
            <a:pPr marL="342900" indent="-342900">
              <a:buAutoNum type="arabicPlain"/>
              <a:defRPr lang="en-US"/>
            </a:pPr>
            <a:r>
              <a:rPr lang="en-US" sz="1600" cap="none">
                <a:latin typeface="Arial" pitchFamily="2" charset="0"/>
                <a:ea typeface="Calibri" pitchFamily="2" charset="0"/>
                <a:cs typeface="Calibri" pitchFamily="2" charset="0"/>
              </a:rPr>
              <a:t>Understand the working of Pure ALOHA protocol.</a:t>
            </a:r>
          </a:p>
          <a:p>
            <a:pPr marL="342900" indent="-342900">
              <a:buAutoNum type="arabicPlain"/>
              <a:defRPr lang="en-US"/>
            </a:pPr>
            <a:r>
              <a:rPr lang="en-US" sz="1600" cap="none">
                <a:latin typeface="Arial" pitchFamily="2" charset="0"/>
                <a:ea typeface="Calibri" pitchFamily="2" charset="0"/>
                <a:cs typeface="Calibri" pitchFamily="2" charset="0"/>
              </a:rPr>
              <a:t>Understand the working of Slotted ALOHA protocol.</a:t>
            </a:r>
          </a:p>
        </p:txBody>
      </p:sp>
      <p:pic>
        <p:nvPicPr>
          <p:cNvPr id="11" name="Picture 2" descr="KL Deemed to be University Logo"/>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uOEM3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AAAAAAAAAAAPwwAALEDAAAQAAAAJgAAAAgAAAD//////////w=="/>
              </a:ext>
            </a:extLst>
          </p:cNvPicPr>
          <p:nvPr/>
        </p:nvPicPr>
        <p:blipFill>
          <a:blip r:embed="rId8"/>
          <a:stretch>
            <a:fillRect/>
          </a:stretch>
        </p:blipFill>
        <p:spPr>
          <a:xfrm>
            <a:off x="0" y="0"/>
            <a:ext cx="1990725" cy="600075"/>
          </a:xfrm>
          <a:prstGeom prst="rect">
            <a:avLst/>
          </a:prstGeom>
          <a:noFill/>
          <a:ln>
            <a:noFill/>
          </a:ln>
          <a:effectLst/>
        </p:spPr>
      </p:pic>
    </p:spTree>
  </p:cSld>
  <p:clrMapOvr>
    <a:masterClrMapping/>
  </p:clrMapOvr>
  <p:transition spd="med">
    <p:extLst>
      <p:ext uri="smNativeData">
        <pr:smNativeData xmlns:mc="http://schemas.openxmlformats.org/markup-compatibility/2006" xmlns:p14="http://schemas.microsoft.com/office/powerpoint/2010/main" xmlns:p15="http://schemas.microsoft.com/office/powerpoint/2012/main" xmlns:pr="smNativeData" xmlns="smNativeData" val="zyvAZgAAAADiBAAAAAAAAEwAAAAAAAAAAAAAAAAAAAAAAAAAAQAAAAAAAAAAAAAAAAAAAAAAAAAAAAAA" duo="zyvAZgAAAAAAAAAAAAAAAAAAAAA="/>
      </p:ext>
    </p:extLs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advAuto="0"/>
      <p:bldP spid="7" grpId="0" animBg="1" advAuto="0"/>
      <p:bldP spid="8" grpId="0" animBg="1"/>
      <p:bldP spid="9" grpId="0" animBg="1" advAuto="0"/>
      <p:bldP spid="10" grpId="0" animBg="1"/>
    </p:bldLst>
    <p:extLst>
      <p:ext uri="smNativeData">
        <pr:smNativeData xmlns:mc="http://schemas.openxmlformats.org/markup-compatibility/2006" xmlns:p14="http://schemas.microsoft.com/office/powerpoint/2010/main" xmlns:p15="http://schemas.microsoft.com/office/powerpoint/2012/main" xmlns:pr="smNativeData" xmlns="smNativeData" val="zyvAZgkAAAAFAAAA/f///wEAAAAKAAAAAAAAAAAAAAAAAAAAAAAAAAoAAAD9////AQAAAAoAAAAAAAAAAAAAAAAAAAAAAAAADQAAAP3///8BAAAACgAAAAAAAAAAAAAAAAAAAAAAAAASAAAA/f///wEAAAAKAAAAAAAAAAAAAAAAAAAAAAAAABcAAAD9////AQAAAAoAAAAAAAAAAAAAAAAAAAAAAAAAGgAAAP3///8BAAAACgAAAAAAAAAAAAAAAAAAAAAAAAAfAAAA/f///wEAAAAKAAAAAAAAAAAAAAAAAAAAAAAAACQAAAD9////AQAAAAoAAAAAAAAAAAAAAAAAAAAAAAAAJwAAAP3///8BAAAACgAAAAAAAAAAAAAAAAAAAAAAAAA="/>
      </p:ext>
    </p:ext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QAAAAAAAAAAAAAAAAAAAAEAAAC6JTIAPAAAACoAAAAqAAAAZAAAAGQAAAAAAAAAy8vLADwAAAAqAAAAKgAAAGQAAABkAAAAAAAAABcAAAAUAAAAAAAAAAAAAAD/fwAA/38AAAAAAAAJAAAABAAAAO////8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uiUyAP///wEAAAAAAAAAAAAAAAAAAAAAAAAAAAAAAAAAAAAAAAAAAERzngB/f38AuiUyAMvLywDAwP8Af39/AAAAAAAAAAAAAAAAAAAAAAAAAAAAIQAAABgAAAAUAAAAFBQAAIUAAADsPAAAdgMAABAAAAAmAAAACAAAAP//////////"/>
              </a:ext>
            </a:extLst>
          </p:cNvSpPr>
          <p:nvPr/>
        </p:nvSpPr>
        <p:spPr>
          <a:xfrm>
            <a:off x="3263900" y="84455"/>
            <a:ext cx="6639560" cy="478155"/>
          </a:xfrm>
          <a:prstGeom prst="roundRect">
            <a:avLst>
              <a:gd name="adj" fmla="val 16667"/>
            </a:avLst>
          </a:prstGeom>
          <a:solidFill>
            <a:srgbClr val="BA2532"/>
          </a:solidFill>
          <a:ln>
            <a:noFill/>
          </a:ln>
          <a:effectLst>
            <a:outerShdw blurRad="50800" dist="37717" dir="2700000" algn="tl">
              <a:srgbClr val="BA2532">
                <a:alpha val="40000"/>
              </a:srgb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r>
              <a:rPr lang="en-US" sz="2400" cap="none"/>
              <a:t>SESSION INTRODUCTION </a:t>
            </a:r>
          </a:p>
        </p:txBody>
      </p:sp>
      <p:pic>
        <p:nvPicPr>
          <p:cNvPr id="3" name="Picture 2" descr="KL Deemed to be University Logo"/>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AAAAAAAAAAAPwwAALEDAAAQAAAAJgAAAAgAAAD//////////w=="/>
              </a:ext>
            </a:extLst>
          </p:cNvPicPr>
          <p:nvPr/>
        </p:nvPicPr>
        <p:blipFill>
          <a:blip r:embed="rId3"/>
          <a:stretch>
            <a:fillRect/>
          </a:stretch>
        </p:blipFill>
        <p:spPr>
          <a:xfrm>
            <a:off x="0" y="0"/>
            <a:ext cx="1990725" cy="600075"/>
          </a:xfrm>
          <a:prstGeom prst="rect">
            <a:avLst/>
          </a:prstGeom>
          <a:noFill/>
          <a:ln>
            <a:noFill/>
          </a:ln>
          <a:effectLst/>
        </p:spPr>
      </p:pic>
      <p:sp>
        <p:nvSpPr>
          <p:cNvPr id="4" name="Content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hAEAAGQLAAC2RAAAeikAABAAAAAmAAAACAAAAAEgAAAAAAAA"/>
              </a:ext>
            </a:extLst>
          </p:cNvSpPr>
          <p:nvPr>
            <p:ph type="body" idx="1"/>
          </p:nvPr>
        </p:nvSpPr>
        <p:spPr>
          <a:xfrm>
            <a:off x="246380" y="1851660"/>
            <a:ext cx="10923270" cy="4890770"/>
          </a:xfrm>
        </p:spPr>
        <p:txBody>
          <a:bodyPr vert="horz" wrap="square" lIns="91440" tIns="45720" rIns="91440" bIns="45720" numCol="1" spcCol="215900" anchor="t">
            <a:prstTxWarp prst="textNoShape">
              <a:avLst/>
            </a:prstTxWarp>
          </a:bodyPr>
          <a:lstStyle/>
          <a:p>
            <a:pPr marL="0" indent="0">
              <a:buNone/>
              <a:defRPr lang="en-US"/>
            </a:pPr>
            <a:r>
              <a:rPr lang="en-US" sz="2400" cap="none"/>
              <a:t>Data link layer divided into two functionality-oriented sublayers. </a:t>
            </a:r>
          </a:p>
          <a:p>
            <a:pPr marL="0" indent="0">
              <a:buNone/>
              <a:defRPr lang="en-US"/>
            </a:pPr>
            <a:endParaRPr/>
          </a:p>
        </p:txBody>
      </p:sp>
      <p:pic>
        <p:nvPicPr>
          <p:cNvPr id="5" name="Picture 7"/>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PcUAADmEgAACDYAAHwiAAAQAAAAJgAAAAgAAAD//////////w=="/>
              </a:ext>
            </a:extLst>
          </p:cNvPicPr>
          <p:nvPr/>
        </p:nvPicPr>
        <p:blipFill>
          <a:blip r:embed="rId4"/>
          <a:stretch>
            <a:fillRect/>
          </a:stretch>
        </p:blipFill>
        <p:spPr>
          <a:xfrm>
            <a:off x="3408045" y="3072130"/>
            <a:ext cx="5375275" cy="2533650"/>
          </a:xfrm>
          <a:prstGeom prst="rect">
            <a:avLst/>
          </a:prstGeom>
          <a:noFill/>
          <a:ln>
            <a:noFill/>
          </a:ln>
          <a:effectLst/>
        </p:spPr>
      </p:pic>
    </p:spTree>
  </p:cSld>
  <p:clrMapOvr>
    <a:masterClrMapping/>
  </p:clrMapOvr>
  <p:transition spd="med">
    <p:extLst>
      <p:ext uri="smNativeData">
        <pr:smNativeData xmlns:mc="http://schemas.openxmlformats.org/markup-compatibility/2006" xmlns:p14="http://schemas.microsoft.com/office/powerpoint/2010/main" xmlns:p15="http://schemas.microsoft.com/office/powerpoint/2012/main" xmlns:pr="smNativeData" xmlns="smNativeData" val="zyvAZgAAAADiBAAAAAAAAGMAAAAAAAAAAAAAAAAAAAAAAAAAAQAAAAAAAAAAAAAAAAAAAAAAAAAAAAAA" duo="zyvAZgAAAAAAAAAAAAAAAAAAAAA="/>
      </p:ext>
    </p:extLs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charRg st="4294967295" end="4294967295"/>
                                            </p:txEl>
                                          </p:spTgt>
                                        </p:tgtEl>
                                        <p:attrNameLst>
                                          <p:attrName>style.visibility</p:attrName>
                                        </p:attrNameLst>
                                      </p:cBhvr>
                                      <p:to>
                                        <p:strVal val="visible"/>
                                      </p:to>
                                    </p:set>
                                    <p:anim calcmode="lin" valueType="num">
                                      <p:cBhvr>
                                        <p:cTn id="7" dur="1000" fill="hold"/>
                                        <p:tgtEl>
                                          <p:spTgt spid="4">
                                            <p:txEl>
                                              <p:charRg st="4294967295" end="4294967295"/>
                                            </p:txEl>
                                          </p:spTgt>
                                        </p:tgtEl>
                                        <p:attrNameLst>
                                          <p:attrName>ppt_x</p:attrName>
                                        </p:attrNameLst>
                                      </p:cBhvr>
                                      <p:tavLst>
                                        <p:tav tm="0">
                                          <p:val>
                                            <p:strVal val="#ppt_x"/>
                                          </p:val>
                                        </p:tav>
                                        <p:tav tm="100000">
                                          <p:val>
                                            <p:strVal val="#ppt_x"/>
                                          </p:val>
                                        </p:tav>
                                      </p:tavLst>
                                    </p:anim>
                                    <p:anim calcmode="lin" valueType="num">
                                      <p:cBhvr>
                                        <p:cTn id="8" dur="1000" fill="hold"/>
                                        <p:tgtEl>
                                          <p:spTgt spid="4">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p:bldLst>
    <p:extLst>
      <p:ext uri="smNativeData">
        <pr:smNativeData xmlns:mc="http://schemas.openxmlformats.org/markup-compatibility/2006" xmlns:p14="http://schemas.microsoft.com/office/powerpoint/2010/main" xmlns:p15="http://schemas.microsoft.com/office/powerpoint/2012/main" xmlns:pr="smNativeData" xmlns="smNativeData" val="zyvAZgEAAAAFAAAAAAAAAAEAAAACAAAABAAAAAAAAAAAAAAAAAAAAA=="/>
      </p:ext>
    </p:ext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7"/>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87foL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PkPAABHAwAATDgAAHsXAAAQAAAAJgAAAAgAAAD//////////w=="/>
              </a:ext>
            </a:extLst>
          </p:cNvPicPr>
          <p:nvPr/>
        </p:nvPicPr>
        <p:blipFill>
          <a:blip r:embed="rId3"/>
          <a:stretch>
            <a:fillRect/>
          </a:stretch>
        </p:blipFill>
        <p:spPr>
          <a:xfrm>
            <a:off x="2596515" y="532765"/>
            <a:ext cx="6555105" cy="3284220"/>
          </a:xfrm>
          <a:prstGeom prst="rect">
            <a:avLst/>
          </a:prstGeom>
          <a:noFill/>
          <a:ln>
            <a:noFill/>
          </a:ln>
          <a:effectLst/>
        </p:spPr>
      </p:pic>
      <p:sp>
        <p:nvSpPr>
          <p:cNvPr id="3" name="TextBox 1"/>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8fIi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B/f38A5+bmA8zMzADAwP8Af39/AAAAAAAAAAAAAAAAAAAAAAAAAAAAIQAAABgAAAAUAAAAQAsAAM8cAACgQQAAjyUAABAgAAAmAAAACAAAAP//////////"/>
              </a:ext>
            </a:extLst>
          </p:cNvSpPr>
          <p:nvPr/>
        </p:nvSpPr>
        <p:spPr>
          <a:xfrm>
            <a:off x="1828800" y="4683125"/>
            <a:ext cx="8839200" cy="1422400"/>
          </a:xfrm>
          <a:prstGeom prst="rect">
            <a:avLst/>
          </a:prstGeom>
          <a:noFill/>
          <a:ln>
            <a:noFill/>
          </a:ln>
          <a:effectLst/>
        </p:spPr>
        <p:txBody>
          <a:bodyPr vert="horz" wrap="square" lIns="91440" tIns="45720" rIns="91440" bIns="45720" numCol="1" spcCol="215900" anchor="t"/>
          <a:lstStyle/>
          <a:p>
            <a:pPr marL="285750" indent="-285750">
              <a:buFont typeface="Arial" pitchFamily="2" charset="0"/>
              <a:buChar char="•"/>
              <a:defRPr lang="en-US"/>
            </a:pPr>
            <a:r>
              <a:rPr lang="en-US" sz="2200" cap="none">
                <a:solidFill>
                  <a:srgbClr val="000000"/>
                </a:solidFill>
                <a:latin typeface="Times-Roman" charset="0"/>
                <a:ea typeface="Calibri" pitchFamily="2" charset="0"/>
                <a:cs typeface="Calibri" pitchFamily="2" charset="0"/>
              </a:rPr>
              <a:t>Random access protocols are mostly used in LANs and WANs.</a:t>
            </a:r>
          </a:p>
          <a:p>
            <a:pPr marL="285750" indent="-285750">
              <a:buFont typeface="Arial" pitchFamily="2" charset="0"/>
              <a:buChar char="•"/>
              <a:defRPr lang="en-US"/>
            </a:pPr>
            <a:endParaRPr lang="en-US" sz="1050" cap="none">
              <a:solidFill>
                <a:srgbClr val="000000"/>
              </a:solidFill>
              <a:latin typeface="Times-Roman" charset="0"/>
              <a:ea typeface="Calibri" pitchFamily="2" charset="0"/>
              <a:cs typeface="Calibri" pitchFamily="2" charset="0"/>
            </a:endParaRPr>
          </a:p>
          <a:p>
            <a:pPr marL="285750" indent="-285750">
              <a:buFont typeface="Arial" pitchFamily="2" charset="0"/>
              <a:buChar char="•"/>
              <a:defRPr lang="en-US"/>
            </a:pPr>
            <a:r>
              <a:rPr lang="en-US" sz="2200" cap="none">
                <a:solidFill>
                  <a:srgbClr val="000000"/>
                </a:solidFill>
                <a:latin typeface="Times-Roman" charset="0"/>
                <a:ea typeface="Calibri" pitchFamily="2" charset="0"/>
                <a:cs typeface="Calibri" pitchFamily="2" charset="0"/>
              </a:rPr>
              <a:t>Controlled-access protocols are used in LANs. </a:t>
            </a:r>
          </a:p>
          <a:p>
            <a:pPr marL="285750" indent="-285750">
              <a:buFont typeface="Arial" pitchFamily="2" charset="0"/>
              <a:buChar char="•"/>
              <a:defRPr lang="en-US"/>
            </a:pPr>
            <a:endParaRPr lang="en-US" sz="1000" cap="none">
              <a:solidFill>
                <a:srgbClr val="000000"/>
              </a:solidFill>
              <a:latin typeface="Times-Roman" charset="0"/>
              <a:ea typeface="Calibri" pitchFamily="2" charset="0"/>
              <a:cs typeface="Calibri" pitchFamily="2" charset="0"/>
            </a:endParaRPr>
          </a:p>
          <a:p>
            <a:pPr marL="285750" indent="-285750">
              <a:buFont typeface="Arial" pitchFamily="2" charset="0"/>
              <a:buChar char="•"/>
              <a:defRPr lang="en-US"/>
            </a:pPr>
            <a:r>
              <a:rPr lang="en-US" sz="2200" cap="none">
                <a:solidFill>
                  <a:srgbClr val="000000"/>
                </a:solidFill>
                <a:latin typeface="Times-Roman" charset="0"/>
                <a:ea typeface="Calibri" pitchFamily="2" charset="0"/>
                <a:cs typeface="Calibri" pitchFamily="2" charset="0"/>
              </a:rPr>
              <a:t>Channelization protocols are used in cellular telephony.</a:t>
            </a:r>
            <a:endParaRPr lang="en-US" sz="2200" cap="none"/>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ext Box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0Nr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LgMAAKcBAADiKAAAQAUAABAgAAAmAAAACAAAAP//////////"/>
              </a:ext>
            </a:extLst>
          </p:cNvSpPr>
          <p:nvPr/>
        </p:nvSpPr>
        <p:spPr>
          <a:xfrm>
            <a:off x="516890" y="268605"/>
            <a:ext cx="6129020" cy="584835"/>
          </a:xfrm>
          <a:prstGeom prst="rect">
            <a:avLst/>
          </a:prstGeom>
          <a:noFill/>
          <a:ln>
            <a:noFill/>
          </a:ln>
          <a:effectLst/>
        </p:spPr>
        <p:txBody>
          <a:bodyPr vert="horz" wrap="none" lIns="91440" tIns="45720" rIns="91440" bIns="45720" numCol="1" spcCol="215900" anchor="t"/>
          <a:lstStyle/>
          <a:p>
            <a:pPr>
              <a:defRPr lang="en-US"/>
            </a:pPr>
            <a:r>
              <a:rPr lang="en-US" sz="3200" cap="none">
                <a:effectLst>
                  <a:outerShdw dist="63500" dir="3600000" algn="tl" rotWithShape="0">
                    <a:srgbClr val="000000">
                      <a:alpha val="40000"/>
                    </a:srgbClr>
                  </a:outerShdw>
                </a:effectLst>
                <a:latin typeface="Times" charset="0"/>
                <a:ea typeface="Calibri" pitchFamily="2" charset="0"/>
                <a:cs typeface="Calibri" pitchFamily="2" charset="0"/>
              </a:rPr>
              <a:t>RANDOM ACCESS PROTOCOLS</a:t>
            </a:r>
          </a:p>
        </p:txBody>
      </p:sp>
      <p:sp>
        <p:nvSpPr>
          <p:cNvPr id="3" name="Text 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ADwAAGAnAAAiPQAAoikAABAgAAAmAAAACAAAAP//////////"/>
              </a:ext>
            </a:extLst>
          </p:cNvSpPr>
          <p:nvPr/>
        </p:nvSpPr>
        <p:spPr>
          <a:xfrm>
            <a:off x="9753600" y="6400800"/>
            <a:ext cx="184150" cy="367030"/>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endParaRPr lang="en-US" sz="1800" i="0" cap="none" baseline="0"/>
          </a:p>
        </p:txBody>
      </p:sp>
      <p:sp>
        <p:nvSpPr>
          <p:cNvPr id="4"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QIAAPEGAADbRgAA4RkAAAAgAAAmAAAACAAAAP//////////"/>
              </a:ext>
            </a:extLst>
          </p:cNvSpPr>
          <p:nvPr/>
        </p:nvSpPr>
        <p:spPr>
          <a:xfrm>
            <a:off x="485775" y="1128395"/>
            <a:ext cx="11032490" cy="3078480"/>
          </a:xfrm>
          <a:prstGeom prst="rect">
            <a:avLst/>
          </a:prstGeom>
          <a:noFill/>
          <a:ln>
            <a:noFill/>
          </a:ln>
          <a:effectLst/>
        </p:spPr>
        <p:txBody>
          <a:bodyPr vert="horz" wrap="square" lIns="91440" tIns="45720" rIns="91440" bIns="45720" numCol="1" spcCol="215900" anchor="ctr"/>
          <a:lstStyle/>
          <a:p>
            <a:pPr marL="285750" indent="-285750" algn="just">
              <a:buFont typeface="Arial" pitchFamily="2" charset="0"/>
              <a:buChar char="•"/>
              <a:defRPr lang="en-US" sz="2400" cap="none"/>
            </a:pPr>
            <a:r>
              <a:rPr lang="en-US" sz="2800" cap="none">
                <a:effectLst>
                  <a:outerShdw dist="63500" dir="3600000" algn="tl" rotWithShape="0">
                    <a:srgbClr val="000000">
                      <a:alpha val="40000"/>
                    </a:srgbClr>
                  </a:outerShdw>
                </a:effectLst>
                <a:latin typeface="Times New Roman" pitchFamily="1" charset="0"/>
                <a:ea typeface="Calibri" pitchFamily="2" charset="0"/>
                <a:cs typeface="Times New Roman" pitchFamily="1" charset="0"/>
              </a:rPr>
              <a:t>In </a:t>
            </a:r>
            <a:r>
              <a:rPr lang="en-US" sz="2800" cap="none">
                <a:solidFill>
                  <a:schemeClr val="hlink"/>
                </a:solidFill>
                <a:effectLst>
                  <a:outerShdw dist="63500" dir="3600000" algn="tl" rotWithShape="0">
                    <a:srgbClr val="000000">
                      <a:alpha val="40000"/>
                    </a:srgbClr>
                  </a:outerShdw>
                </a:effectLst>
                <a:latin typeface="Times New Roman" pitchFamily="1" charset="0"/>
                <a:ea typeface="Calibri" pitchFamily="2" charset="0"/>
                <a:cs typeface="Times New Roman" pitchFamily="1" charset="0"/>
              </a:rPr>
              <a:t>random access</a:t>
            </a:r>
            <a:r>
              <a:rPr lang="en-US" sz="2800" cap="none">
                <a:effectLst>
                  <a:outerShdw dist="63500" dir="3600000" algn="tl" rotWithShape="0">
                    <a:srgbClr val="000000">
                      <a:alpha val="40000"/>
                    </a:srgbClr>
                  </a:outerShdw>
                </a:effectLst>
                <a:latin typeface="Times New Roman" pitchFamily="1" charset="0"/>
                <a:ea typeface="Calibri" pitchFamily="2" charset="0"/>
                <a:cs typeface="Times New Roman" pitchFamily="1" charset="0"/>
              </a:rPr>
              <a:t> or </a:t>
            </a:r>
            <a:r>
              <a:rPr lang="en-US" sz="2800" cap="none">
                <a:solidFill>
                  <a:schemeClr val="hlink"/>
                </a:solidFill>
                <a:effectLst>
                  <a:outerShdw dist="63500" dir="3600000" algn="tl" rotWithShape="0">
                    <a:srgbClr val="000000">
                      <a:alpha val="40000"/>
                    </a:srgbClr>
                  </a:outerShdw>
                </a:effectLst>
                <a:latin typeface="Times New Roman" pitchFamily="1" charset="0"/>
                <a:ea typeface="Calibri" pitchFamily="2" charset="0"/>
                <a:cs typeface="Times New Roman" pitchFamily="1" charset="0"/>
              </a:rPr>
              <a:t>contention</a:t>
            </a:r>
            <a:r>
              <a:rPr lang="en-US" sz="2800" cap="none">
                <a:effectLst>
                  <a:outerShdw dist="63500" dir="3600000" algn="tl" rotWithShape="0">
                    <a:srgbClr val="000000">
                      <a:alpha val="40000"/>
                    </a:srgbClr>
                  </a:outerShdw>
                </a:effectLst>
                <a:latin typeface="Times New Roman" pitchFamily="1" charset="0"/>
                <a:ea typeface="Calibri" pitchFamily="2" charset="0"/>
                <a:cs typeface="Times New Roman" pitchFamily="1" charset="0"/>
              </a:rPr>
              <a:t> methods, no station is superior to another station, and none is assigned the control over another. </a:t>
            </a:r>
          </a:p>
          <a:p>
            <a:pPr marL="285750" indent="-285750" algn="just">
              <a:buFont typeface="Arial" pitchFamily="2" charset="0"/>
              <a:buChar char="•"/>
              <a:defRPr lang="en-US" sz="2400" cap="none"/>
            </a:pPr>
            <a:endParaRPr lang="en-US" sz="2800" cap="none">
              <a:effectLst>
                <a:outerShdw dist="63500" dir="3600000" algn="tl" rotWithShape="0">
                  <a:srgbClr val="000000">
                    <a:alpha val="40000"/>
                  </a:srgbClr>
                </a:outerShdw>
              </a:effectLst>
              <a:latin typeface="Times New Roman" pitchFamily="1" charset="0"/>
              <a:ea typeface="Calibri" pitchFamily="2" charset="0"/>
              <a:cs typeface="Times New Roman" pitchFamily="1" charset="0"/>
            </a:endParaRPr>
          </a:p>
          <a:p>
            <a:pPr marL="285750" indent="-285750" algn="just">
              <a:buFont typeface="Arial" pitchFamily="2" charset="0"/>
              <a:buChar char="•"/>
              <a:defRPr lang="en-US" sz="2400" cap="none"/>
            </a:pPr>
            <a:r>
              <a:rPr lang="en-US" sz="2800" cap="none">
                <a:effectLst>
                  <a:outerShdw dist="63500" dir="3600000" algn="tl" rotWithShape="0">
                    <a:srgbClr val="000000">
                      <a:alpha val="40000"/>
                    </a:srgbClr>
                  </a:outerShdw>
                </a:effectLst>
                <a:latin typeface="Times New Roman" pitchFamily="1" charset="0"/>
                <a:ea typeface="Calibri" pitchFamily="2" charset="0"/>
                <a:cs typeface="Times New Roman" pitchFamily="1" charset="0"/>
              </a:rPr>
              <a:t>No station permits, or does not permit, another station to send. </a:t>
            </a:r>
          </a:p>
          <a:p>
            <a:pPr marL="285750" indent="-285750" algn="just">
              <a:buFont typeface="Arial" pitchFamily="2" charset="0"/>
              <a:buChar char="•"/>
              <a:defRPr lang="en-US" sz="2400" cap="none"/>
            </a:pPr>
            <a:endParaRPr lang="en-US" sz="2800" cap="none">
              <a:effectLst>
                <a:outerShdw dist="63500" dir="3600000" algn="tl" rotWithShape="0">
                  <a:srgbClr val="000000">
                    <a:alpha val="40000"/>
                  </a:srgbClr>
                </a:outerShdw>
              </a:effectLst>
              <a:latin typeface="Times New Roman" pitchFamily="1" charset="0"/>
              <a:ea typeface="Calibri" pitchFamily="2" charset="0"/>
              <a:cs typeface="Times New Roman" pitchFamily="1" charset="0"/>
            </a:endParaRPr>
          </a:p>
          <a:p>
            <a:pPr marL="285750" indent="-285750" algn="just">
              <a:buFont typeface="Arial" pitchFamily="2" charset="0"/>
              <a:buChar char="•"/>
              <a:defRPr lang="en-US"/>
            </a:pPr>
            <a:r>
              <a:rPr lang="en-US" sz="2800" cap="none">
                <a:effectLst>
                  <a:outerShdw dist="63500" dir="3600000" algn="tl" rotWithShape="0">
                    <a:srgbClr val="000000">
                      <a:alpha val="40000"/>
                    </a:srgbClr>
                  </a:outerShdw>
                </a:effectLst>
                <a:latin typeface="Times New Roman" pitchFamily="1" charset="0"/>
                <a:ea typeface="Calibri" pitchFamily="2" charset="0"/>
                <a:cs typeface="Times New Roman" pitchFamily="1" charset="0"/>
              </a:rPr>
              <a:t>At each instance, a station that has data to send uses a procedure defined by the protocol to make a decision on whether or not to send. </a:t>
            </a:r>
            <a:endParaRPr lang="en-US" sz="2200" cap="none">
              <a:effectLst>
                <a:outerShdw dist="63500" dir="3600000" algn="tl" rotWithShape="0">
                  <a:srgbClr val="000000">
                    <a:alpha val="40000"/>
                  </a:srgbClr>
                </a:outerShdw>
              </a:effectLst>
              <a:latin typeface="Times New Roman" pitchFamily="1" charset="0"/>
              <a:ea typeface="Calibri" pitchFamily="2" charset="0"/>
              <a:cs typeface="Times New Roman" pitchFamily="1" charset="0"/>
            </a:endParaRPr>
          </a:p>
        </p:txBody>
      </p:sp>
      <p:sp>
        <p:nvSpPr>
          <p:cNvPr id="5" name="Rectangle 29"/>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B8fI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eAgAAC4eAAA4OQAAFCcAABAgAAAmAAAACAAAAP//////////"/>
              </a:ext>
            </a:extLst>
          </p:cNvSpPr>
          <p:nvPr/>
        </p:nvSpPr>
        <p:spPr>
          <a:xfrm>
            <a:off x="1376680" y="4906010"/>
            <a:ext cx="7924800" cy="1446530"/>
          </a:xfrm>
          <a:prstGeom prst="rect">
            <a:avLst/>
          </a:prstGeom>
          <a:noFill/>
          <a:ln>
            <a:noFill/>
          </a:ln>
          <a:effectLst/>
        </p:spPr>
        <p:txBody>
          <a:bodyPr vert="horz" wrap="squar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marL="342900" indent="-342900">
              <a:buClr>
                <a:schemeClr val="tx1"/>
              </a:buClr>
              <a:buSzPts val="2570"/>
              <a:buFont typeface="Wingdings" charset="2"/>
              <a:buChar char="Ø"/>
              <a:defRPr lang="en-US"/>
            </a:pPr>
            <a:r>
              <a:rPr lang="en-US" sz="2200" i="0" cap="none" baseline="0">
                <a:solidFill>
                  <a:srgbClr val="0033CC"/>
                </a:solidFill>
              </a:rPr>
              <a:t>ALOHA</a:t>
            </a:r>
            <a:endParaRPr lang="fr-FR" sz="2200" i="0" cap="none" baseline="0">
              <a:solidFill>
                <a:srgbClr val="0033CC"/>
              </a:solidFill>
            </a:endParaRPr>
          </a:p>
          <a:p>
            <a:pPr marL="342900" indent="-342900">
              <a:buClr>
                <a:schemeClr val="tx1"/>
              </a:buClr>
              <a:buSzPts val="2570"/>
              <a:buFont typeface="Wingdings" charset="2"/>
              <a:buChar char="Ø"/>
              <a:defRPr lang="en-US"/>
            </a:pPr>
            <a:r>
              <a:rPr lang="en-US" sz="2200" i="0" cap="none" baseline="0">
                <a:solidFill>
                  <a:srgbClr val="0033CC"/>
                </a:solidFill>
              </a:rPr>
              <a:t>Carrier Sense Multiple Access</a:t>
            </a:r>
          </a:p>
          <a:p>
            <a:pPr marL="342900" indent="-342900">
              <a:buClr>
                <a:schemeClr val="tx1"/>
              </a:buClr>
              <a:buSzPts val="2570"/>
              <a:buFont typeface="Wingdings" charset="2"/>
              <a:buChar char="Ø"/>
              <a:defRPr lang="en-US"/>
            </a:pPr>
            <a:r>
              <a:rPr lang="en-US" sz="2200" i="0" cap="none" baseline="0">
                <a:solidFill>
                  <a:srgbClr val="0033CC"/>
                </a:solidFill>
              </a:rPr>
              <a:t>Carrier Sense Multiple Access with Collision Detection</a:t>
            </a:r>
          </a:p>
          <a:p>
            <a:pPr marL="342900" indent="-342900">
              <a:buClr>
                <a:schemeClr val="tx1"/>
              </a:buClr>
              <a:buSzPts val="2570"/>
              <a:buFont typeface="Wingdings" charset="2"/>
              <a:buChar char="Ø"/>
              <a:defRPr lang="en-US"/>
            </a:pPr>
            <a:r>
              <a:rPr lang="en-US" sz="2200" i="0" cap="none" baseline="0">
                <a:solidFill>
                  <a:srgbClr val="0033CC"/>
                </a:solidFill>
              </a:rPr>
              <a:t>Carrier Sense Multiple Access with Collision Avoidance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ext Box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KgMAAI8BAABlKwAAKAUAABAgAAAmAAAACAAAAP//////////"/>
              </a:ext>
            </a:extLst>
          </p:cNvSpPr>
          <p:nvPr/>
        </p:nvSpPr>
        <p:spPr>
          <a:xfrm>
            <a:off x="514350" y="253365"/>
            <a:ext cx="6539865" cy="584835"/>
          </a:xfrm>
          <a:prstGeom prst="rect">
            <a:avLst/>
          </a:prstGeom>
          <a:noFill/>
          <a:ln>
            <a:noFill/>
          </a:ln>
          <a:effectLst/>
        </p:spPr>
        <p:txBody>
          <a:bodyPr vert="horz" wrap="none" lIns="91440" tIns="45720" rIns="91440" bIns="45720" numCol="1" spcCol="215900" anchor="t"/>
          <a:lstStyle/>
          <a:p>
            <a:pPr>
              <a:defRPr lang="en-US"/>
            </a:pPr>
            <a:r>
              <a:rPr lang="en-US" sz="3200" cap="none">
                <a:effectLst>
                  <a:outerShdw dist="63500" dir="3600000" algn="tl" rotWithShape="0">
                    <a:srgbClr val="000000">
                      <a:alpha val="40000"/>
                    </a:srgbClr>
                  </a:outerShdw>
                </a:effectLst>
                <a:latin typeface="Times" charset="0"/>
                <a:ea typeface="Calibri" pitchFamily="2" charset="0"/>
                <a:cs typeface="Calibri" pitchFamily="2" charset="0"/>
              </a:rPr>
              <a:t>RANDOM ACCESS PROTOCOLS…</a:t>
            </a:r>
          </a:p>
        </p:txBody>
      </p:sp>
      <p:sp>
        <p:nvSpPr>
          <p:cNvPr id="3" name="Text 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ADwAAGAnAAAiPQAAoikAABAgAAAmAAAACAAAAP//////////"/>
              </a:ext>
            </a:extLst>
          </p:cNvSpPr>
          <p:nvPr/>
        </p:nvSpPr>
        <p:spPr>
          <a:xfrm>
            <a:off x="9753600" y="6400800"/>
            <a:ext cx="184150" cy="367030"/>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endParaRPr lang="en-US" sz="1800" i="0" cap="none" baseline="0"/>
          </a:p>
        </p:txBody>
      </p:sp>
      <p:sp>
        <p:nvSpPr>
          <p:cNvPr id="4"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ugEAANsEAADGRwAAaykAAAAgAAAmAAAACAAAAP//////////"/>
              </a:ext>
            </a:extLst>
          </p:cNvSpPr>
          <p:nvPr/>
        </p:nvSpPr>
        <p:spPr>
          <a:xfrm>
            <a:off x="280670" y="789305"/>
            <a:ext cx="11386820" cy="5943600"/>
          </a:xfrm>
          <a:prstGeom prst="rect">
            <a:avLst/>
          </a:prstGeom>
          <a:noFill/>
          <a:ln>
            <a:noFill/>
          </a:ln>
          <a:effectLst/>
        </p:spPr>
        <p:txBody>
          <a:bodyPr vert="horz" wrap="square" lIns="91440" tIns="45720" rIns="91440" bIns="45720" numCol="1" spcCol="215900" anchor="ctr"/>
          <a:lstStyle/>
          <a:p>
            <a:pPr marL="342900" indent="-342900" algn="just">
              <a:buFont typeface="Arial" pitchFamily="2" charset="0"/>
              <a:buChar char="•"/>
              <a:defRPr lang="en-US" sz="2600" cap="none">
                <a:latin typeface="Times New Roman" pitchFamily="1" charset="0"/>
                <a:ea typeface="Times New Roman" pitchFamily="1" charset="0"/>
                <a:cs typeface="Times New Roman" pitchFamily="1" charset="0"/>
              </a:defRPr>
            </a:pPr>
            <a:r>
              <a:rPr lang="en-US" sz="2800" cap="none">
                <a:solidFill>
                  <a:srgbClr val="000000"/>
                </a:solidFill>
              </a:rPr>
              <a:t>In a random-access method, </a:t>
            </a:r>
            <a:r>
              <a:rPr lang="en-US" sz="2800" b="1" cap="none">
                <a:solidFill>
                  <a:srgbClr val="000000"/>
                </a:solidFill>
              </a:rPr>
              <a:t>each station has the right to the medium</a:t>
            </a:r>
            <a:r>
              <a:rPr lang="en-US" sz="2800" cap="none">
                <a:solidFill>
                  <a:srgbClr val="000000"/>
                </a:solidFill>
              </a:rPr>
              <a:t> without being controlled by any other station. </a:t>
            </a:r>
          </a:p>
          <a:p>
            <a:pPr marL="342900" indent="-342900" algn="just">
              <a:buFont typeface="Arial" pitchFamily="2" charset="0"/>
              <a:buChar char="•"/>
              <a:defRPr lang="en-US" sz="2600" cap="none">
                <a:latin typeface="Times New Roman" pitchFamily="1" charset="0"/>
                <a:ea typeface="Times New Roman" pitchFamily="1" charset="0"/>
                <a:cs typeface="Times New Roman" pitchFamily="1" charset="0"/>
              </a:defRPr>
            </a:pPr>
            <a:endParaRPr lang="en-US" sz="2800" cap="none">
              <a:solidFill>
                <a:srgbClr val="000000"/>
              </a:solidFill>
            </a:endParaRPr>
          </a:p>
          <a:p>
            <a:pPr marL="342900" indent="-342900" algn="just">
              <a:buFont typeface="Arial" pitchFamily="2" charset="0"/>
              <a:buChar char="•"/>
              <a:defRPr lang="en-US" sz="2600" cap="none">
                <a:latin typeface="Times New Roman" pitchFamily="1" charset="0"/>
                <a:ea typeface="Times New Roman" pitchFamily="1" charset="0"/>
                <a:cs typeface="Times New Roman" pitchFamily="1" charset="0"/>
              </a:defRPr>
            </a:pPr>
            <a:endParaRPr lang="en-US" sz="2800" cap="none">
              <a:solidFill>
                <a:srgbClr val="000000"/>
              </a:solidFill>
            </a:endParaRPr>
          </a:p>
          <a:p>
            <a:pPr marL="342900" indent="-342900" algn="just">
              <a:buFont typeface="Arial" pitchFamily="2" charset="0"/>
              <a:buChar char="•"/>
              <a:defRPr lang="en-US" sz="2600" cap="none">
                <a:latin typeface="Times New Roman" pitchFamily="1" charset="0"/>
                <a:ea typeface="Times New Roman" pitchFamily="1" charset="0"/>
                <a:cs typeface="Times New Roman" pitchFamily="1" charset="0"/>
              </a:defRPr>
            </a:pPr>
            <a:r>
              <a:rPr lang="en-US" sz="2800" cap="none">
                <a:solidFill>
                  <a:srgbClr val="000000"/>
                </a:solidFill>
              </a:rPr>
              <a:t>However, if more than one station tries to send, there is an </a:t>
            </a:r>
            <a:r>
              <a:rPr lang="en-US" sz="2800" b="1" cap="none">
                <a:solidFill>
                  <a:srgbClr val="000000"/>
                </a:solidFill>
              </a:rPr>
              <a:t>access conflict—collision</a:t>
            </a:r>
            <a:r>
              <a:rPr lang="en-US" sz="2800" cap="none">
                <a:solidFill>
                  <a:srgbClr val="000000"/>
                </a:solidFill>
              </a:rPr>
              <a:t>—and the frames will be either destroyed or modified. </a:t>
            </a:r>
          </a:p>
          <a:p>
            <a:pPr marL="342900" indent="-342900" algn="just">
              <a:buFont typeface="Arial" pitchFamily="2" charset="0"/>
              <a:buChar char="•"/>
              <a:defRPr lang="en-US" sz="2600" cap="none">
                <a:latin typeface="Times New Roman" pitchFamily="1" charset="0"/>
                <a:ea typeface="Times New Roman" pitchFamily="1" charset="0"/>
                <a:cs typeface="Times New Roman" pitchFamily="1" charset="0"/>
              </a:defRPr>
            </a:pPr>
            <a:endParaRPr lang="en-US" sz="2800" cap="none">
              <a:solidFill>
                <a:srgbClr val="000000"/>
              </a:solidFill>
            </a:endParaRPr>
          </a:p>
          <a:p>
            <a:pPr marL="342900" indent="-342900" algn="just">
              <a:buFont typeface="Arial" pitchFamily="2" charset="0"/>
              <a:buChar char="•"/>
              <a:defRPr lang="en-US" sz="2600" cap="none">
                <a:latin typeface="Times New Roman" pitchFamily="1" charset="0"/>
                <a:ea typeface="Times New Roman" pitchFamily="1" charset="0"/>
                <a:cs typeface="Times New Roman" pitchFamily="1" charset="0"/>
              </a:defRPr>
            </a:pPr>
            <a:endParaRPr lang="en-US" sz="2800" cap="none">
              <a:solidFill>
                <a:srgbClr val="000000"/>
              </a:solidFill>
            </a:endParaRPr>
          </a:p>
          <a:p>
            <a:pPr marL="342900" indent="-342900" algn="just">
              <a:buFont typeface="Arial" pitchFamily="2" charset="0"/>
              <a:buChar char="•"/>
              <a:defRPr lang="en-US" sz="2600" cap="none">
                <a:latin typeface="Times New Roman" pitchFamily="1" charset="0"/>
                <a:ea typeface="Times New Roman" pitchFamily="1" charset="0"/>
                <a:cs typeface="Times New Roman" pitchFamily="1" charset="0"/>
              </a:defRPr>
            </a:pPr>
            <a:r>
              <a:rPr lang="en-US" sz="2800" cap="none">
                <a:solidFill>
                  <a:srgbClr val="000000"/>
                </a:solidFill>
              </a:rPr>
              <a:t>To </a:t>
            </a:r>
            <a:r>
              <a:rPr lang="en-US" sz="2800" b="1" cap="none">
                <a:solidFill>
                  <a:srgbClr val="000000"/>
                </a:solidFill>
              </a:rPr>
              <a:t>avoid access conflict</a:t>
            </a:r>
            <a:r>
              <a:rPr lang="en-US" sz="2800" cap="none">
                <a:solidFill>
                  <a:srgbClr val="000000"/>
                </a:solidFill>
              </a:rPr>
              <a:t> or to resolve it when it happens, each station follows a procedure that answers the following questions:</a:t>
            </a:r>
          </a:p>
          <a:p>
            <a:pPr marL="1257300" lvl="2" indent="-342900" algn="just">
              <a:buFont typeface="Wingdings" charset="2"/>
              <a:buChar char="Ø"/>
              <a:defRPr lang="en-US" sz="2600" cap="none">
                <a:latin typeface="Times New Roman" pitchFamily="1" charset="0"/>
                <a:ea typeface="Times New Roman" pitchFamily="1" charset="0"/>
                <a:cs typeface="Times New Roman" pitchFamily="1" charset="0"/>
              </a:defRPr>
            </a:pPr>
            <a:r>
              <a:rPr lang="en-US" cap="none">
                <a:solidFill>
                  <a:srgbClr val="000000"/>
                </a:solidFill>
              </a:rPr>
              <a:t>When can the station access the medium?</a:t>
            </a:r>
          </a:p>
          <a:p>
            <a:pPr marL="1257300" lvl="2" indent="-342900" algn="just">
              <a:buFont typeface="Wingdings" charset="2"/>
              <a:buChar char="Ø"/>
              <a:defRPr lang="en-US" sz="2600" cap="none">
                <a:latin typeface="Times New Roman" pitchFamily="1" charset="0"/>
                <a:ea typeface="Times New Roman" pitchFamily="1" charset="0"/>
                <a:cs typeface="Times New Roman" pitchFamily="1" charset="0"/>
              </a:defRPr>
            </a:pPr>
            <a:r>
              <a:rPr lang="en-US" cap="none">
                <a:solidFill>
                  <a:srgbClr val="000000"/>
                </a:solidFill>
              </a:rPr>
              <a:t>What can the station do if the medium is busy?</a:t>
            </a:r>
          </a:p>
          <a:p>
            <a:pPr marL="1257300" lvl="2" indent="-342900" algn="just">
              <a:buFont typeface="Wingdings" charset="2"/>
              <a:buChar char="Ø"/>
              <a:defRPr lang="en-US" sz="2600" cap="none">
                <a:latin typeface="Times New Roman" pitchFamily="1" charset="0"/>
                <a:ea typeface="Times New Roman" pitchFamily="1" charset="0"/>
                <a:cs typeface="Times New Roman" pitchFamily="1" charset="0"/>
              </a:defRPr>
            </a:pPr>
            <a:r>
              <a:rPr lang="en-US" cap="none">
                <a:solidFill>
                  <a:srgbClr val="000000"/>
                </a:solidFill>
              </a:rPr>
              <a:t>How can the station determine the success or failure of the transmission?</a:t>
            </a:r>
          </a:p>
          <a:p>
            <a:pPr marL="1257300" lvl="2" indent="-342900" algn="just">
              <a:buFont typeface="Wingdings" charset="2"/>
              <a:buChar char="Ø"/>
              <a:defRPr lang="en-US" cap="none">
                <a:latin typeface="Times New Roman" pitchFamily="1" charset="0"/>
                <a:ea typeface="Times New Roman" pitchFamily="1" charset="0"/>
                <a:cs typeface="Times New Roman" pitchFamily="1" charset="0"/>
              </a:defRPr>
            </a:pPr>
            <a:r>
              <a:rPr lang="en-US" sz="2600" cap="none">
                <a:solidFill>
                  <a:srgbClr val="000000"/>
                </a:solidFill>
              </a:rPr>
              <a:t>What can the station do if there is an access conflict?</a:t>
            </a:r>
            <a:endParaRPr lang="en-US" sz="2800" cap="none">
              <a:effectLst>
                <a:outerShdw dist="63500" dir="36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j///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5+bmA8zMzADAwP8Af39/AAAAAAAAAAAAAAAAAAAAAAAAAAAAIQAAABgAAAAUAAAASwgAAIkHAACvMgAAdygAAAAAAAAmAAAACAAAAP//////////"/>
              </a:ext>
            </a:extLst>
          </p:cNvSpPr>
          <p:nvPr/>
        </p:nvSpPr>
        <p:spPr>
          <a:xfrm>
            <a:off x="1348105" y="1224915"/>
            <a:ext cx="6891020" cy="5353050"/>
          </a:xfrm>
          <a:prstGeom prst="rect">
            <a:avLst/>
          </a:prstGeom>
          <a:noFill/>
          <a:ln>
            <a:noFill/>
          </a:ln>
          <a:effectLst/>
        </p:spPr>
        <p:txBody>
          <a:bodyPr vert="horz" wrap="square" lIns="91440" tIns="45720" rIns="91440" bIns="45720" numCol="1" spcCol="215900" anchor="t"/>
          <a:lstStyle/>
          <a:p>
            <a:pPr marL="342900" indent="-342900" algn="just">
              <a:buFont typeface="Wingdings" charset="2"/>
              <a:buChar char="Ø"/>
              <a:defRPr lang="en-US" sz="2400" cap="none"/>
            </a:pPr>
            <a:r>
              <a:rPr lang="en-US" sz="3000" i="1" cap="none">
                <a:latin typeface="Times New Roman" pitchFamily="1" charset="0"/>
                <a:ea typeface="Calibri" pitchFamily="2" charset="0"/>
                <a:cs typeface="Calibri" pitchFamily="2" charset="0"/>
              </a:rPr>
              <a:t>Pure ALOHA</a:t>
            </a:r>
          </a:p>
          <a:p>
            <a:pPr algn="just">
              <a:defRPr lang="en-US" sz="2400" cap="none"/>
            </a:pPr>
            <a:endParaRPr lang="en-US" sz="3000" i="1" cap="none">
              <a:latin typeface="Times New Roman" pitchFamily="1" charset="0"/>
              <a:ea typeface="Calibri" pitchFamily="2" charset="0"/>
              <a:cs typeface="Calibri" pitchFamily="2" charset="0"/>
            </a:endParaRPr>
          </a:p>
          <a:p>
            <a:pPr marL="342900" indent="-342900" algn="just">
              <a:buFont typeface="Wingdings" charset="2"/>
              <a:buChar char="Ø"/>
              <a:defRPr lang="en-US"/>
            </a:pPr>
            <a:r>
              <a:rPr lang="en-US" sz="3000" i="1" cap="none">
                <a:latin typeface="Times New Roman" pitchFamily="1" charset="0"/>
                <a:ea typeface="Calibri" pitchFamily="2" charset="0"/>
                <a:cs typeface="Calibri" pitchFamily="2" charset="0"/>
              </a:rPr>
              <a:t>Slotted ALOHA</a:t>
            </a:r>
            <a:endParaRPr lang="en-US" sz="2400" i="1" cap="none">
              <a:latin typeface="Times New Roman" pitchFamily="1" charset="0"/>
              <a:ea typeface="Calibri" pitchFamily="2" charset="0"/>
              <a:cs typeface="Calibri" pitchFamily="2" charset="0"/>
            </a:endParaRPr>
          </a:p>
        </p:txBody>
      </p:sp>
      <p:pic>
        <p:nvPicPr>
          <p:cNvPr id="3" name="Picture 2" descr="KL Deemed to be University Logo"/>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AAAAAAAAAAAPwwAALEDAAAQAAAAJgAAAAgAAAD//////////w=="/>
              </a:ext>
            </a:extLst>
          </p:cNvPicPr>
          <p:nvPr/>
        </p:nvPicPr>
        <p:blipFill>
          <a:blip r:embed="rId2"/>
          <a:stretch>
            <a:fillRect/>
          </a:stretch>
        </p:blipFill>
        <p:spPr>
          <a:xfrm>
            <a:off x="0" y="0"/>
            <a:ext cx="1990725" cy="600075"/>
          </a:xfrm>
          <a:prstGeom prst="rect">
            <a:avLst/>
          </a:prstGeom>
          <a:noFill/>
          <a:ln>
            <a:noFill/>
          </a:ln>
          <a:effectLst/>
        </p:spPr>
      </p:pic>
      <p:sp>
        <p:nvSpPr>
          <p:cNvPr id="4" name="Rounded Rectangle 1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QAAAAAAAAAAAAAAAAAAAAEAAAC6JTIAPAAAACoAAAAqAAAAZAAAAGQAAAAAAAAAy8vLADwAAAAqAAAAKgAAAGQAAABkAAAAAAAAABcAAAAUAAAAAAAAAAAAAAD/fwAA/38AAAAAAAAJAAAABAAAAPT///8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uiUyAP///wEAAAAAAAAAAAAAAAAAAAAAAAAAAAAAAAAAAAAAAAAAAERzngB/f38AuiUyAMvLywDAwP8Af39/AAAAAAAAAAAAAAAAAAAAAAAAAAAAIQAAABgAAAAUAAAAFBQAAIUAAADsPAAAdgMAABAAAAAmAAAACAAAAP//////////"/>
              </a:ext>
            </a:extLst>
          </p:cNvSpPr>
          <p:nvPr/>
        </p:nvSpPr>
        <p:spPr>
          <a:xfrm>
            <a:off x="3263900" y="84455"/>
            <a:ext cx="6639560" cy="478155"/>
          </a:xfrm>
          <a:prstGeom prst="roundRect">
            <a:avLst>
              <a:gd name="adj" fmla="val 16667"/>
            </a:avLst>
          </a:prstGeom>
          <a:solidFill>
            <a:srgbClr val="BA2532"/>
          </a:solidFill>
          <a:ln>
            <a:noFill/>
          </a:ln>
          <a:effectLst>
            <a:outerShdw blurRad="50800" dist="37717" dir="2700000" algn="tl">
              <a:srgbClr val="BA2532">
                <a:alpha val="40000"/>
              </a:srgb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r>
              <a:rPr lang="en-US" sz="2400" cap="none"/>
              <a:t>ALOHA PROTOCOLS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f///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B/f38A5+bmA8zMzADAwP8Af39/AAAAAAAAAAAAAAAAAAAAAAAAAAAAIQAAABgAAAAUAAAA4QIAAG0GAACURwAAgScAAAAAAAAmAAAACAAAAP//////////"/>
              </a:ext>
            </a:extLst>
          </p:cNvSpPr>
          <p:nvPr/>
        </p:nvSpPr>
        <p:spPr>
          <a:xfrm>
            <a:off x="467995" y="1044575"/>
            <a:ext cx="11167745" cy="5377180"/>
          </a:xfrm>
          <a:prstGeom prst="rect">
            <a:avLst/>
          </a:prstGeom>
          <a:noFill/>
          <a:ln>
            <a:noFill/>
          </a:ln>
          <a:effectLst/>
        </p:spPr>
        <p:txBody>
          <a:bodyPr vert="horz" wrap="square" lIns="91440" tIns="45720" rIns="91440" bIns="45720" numCol="1" spcCol="215900" anchor="t"/>
          <a:lstStyle/>
          <a:p>
            <a:pPr marL="342900" indent="-342900" algn="just">
              <a:buFont typeface="Arial" pitchFamily="2" charset="0"/>
              <a:buChar char="•"/>
              <a:defRPr lang="en-US" sz="2600" cap="none"/>
            </a:pPr>
            <a:r>
              <a:rPr lang="en-US" sz="3000" cap="none">
                <a:solidFill>
                  <a:srgbClr val="000000"/>
                </a:solidFill>
                <a:latin typeface="Times New Roman" pitchFamily="1" charset="0"/>
                <a:ea typeface="Calibri" pitchFamily="2" charset="0"/>
                <a:cs typeface="Times New Roman" pitchFamily="1" charset="0"/>
              </a:rPr>
              <a:t>The original ALOHA protocol is called pure ALOHA. </a:t>
            </a:r>
          </a:p>
          <a:p>
            <a:pPr marL="342900" indent="-342900" algn="just">
              <a:buFont typeface="Arial" pitchFamily="2" charset="0"/>
              <a:buChar char="•"/>
              <a:defRPr lang="en-US" sz="2600" cap="none"/>
            </a:pPr>
            <a:endParaRPr lang="en-US" sz="3000" cap="none">
              <a:solidFill>
                <a:srgbClr val="000000"/>
              </a:solidFill>
              <a:latin typeface="Times New Roman" pitchFamily="1" charset="0"/>
              <a:ea typeface="Calibri" pitchFamily="2" charset="0"/>
              <a:cs typeface="Times New Roman" pitchFamily="1" charset="0"/>
            </a:endParaRPr>
          </a:p>
          <a:p>
            <a:pPr marL="342900" indent="-342900" algn="just">
              <a:buFont typeface="Arial" pitchFamily="2" charset="0"/>
              <a:buChar char="•"/>
              <a:defRPr lang="en-US" sz="2600" cap="none"/>
            </a:pPr>
            <a:r>
              <a:rPr lang="en-US" sz="3000" cap="none">
                <a:solidFill>
                  <a:srgbClr val="000000"/>
                </a:solidFill>
                <a:latin typeface="Times New Roman" pitchFamily="1" charset="0"/>
                <a:ea typeface="Calibri" pitchFamily="2" charset="0"/>
                <a:cs typeface="Times New Roman" pitchFamily="1" charset="0"/>
              </a:rPr>
              <a:t>This is a simple but elegant protocol.</a:t>
            </a:r>
          </a:p>
          <a:p>
            <a:pPr marL="342900" indent="-342900" algn="just">
              <a:buFont typeface="Arial" pitchFamily="2" charset="0"/>
              <a:buChar char="•"/>
              <a:defRPr lang="en-US" sz="2600" cap="none"/>
            </a:pPr>
            <a:endParaRPr lang="en-US" sz="3000" cap="none">
              <a:solidFill>
                <a:srgbClr val="000000"/>
              </a:solidFill>
              <a:latin typeface="Times New Roman" pitchFamily="1" charset="0"/>
              <a:ea typeface="Calibri" pitchFamily="2" charset="0"/>
              <a:cs typeface="Times New Roman" pitchFamily="1" charset="0"/>
            </a:endParaRPr>
          </a:p>
          <a:p>
            <a:pPr marL="342900" indent="-342900" algn="just">
              <a:buFont typeface="Arial" pitchFamily="2" charset="0"/>
              <a:buChar char="•"/>
              <a:defRPr lang="en-US" sz="2600" b="1" cap="none"/>
            </a:pPr>
            <a:r>
              <a:rPr lang="en-US" sz="3000" cap="none">
                <a:solidFill>
                  <a:srgbClr val="000000"/>
                </a:solidFill>
                <a:latin typeface="Times New Roman" pitchFamily="1" charset="0"/>
                <a:ea typeface="Calibri" pitchFamily="2" charset="0"/>
                <a:cs typeface="Times New Roman" pitchFamily="1" charset="0"/>
              </a:rPr>
              <a:t>The idea is that each station sends a frame whenever it has a frame to send (multiple access). </a:t>
            </a:r>
          </a:p>
          <a:p>
            <a:pPr marL="342900" indent="-342900" algn="just">
              <a:buFont typeface="Arial" pitchFamily="2" charset="0"/>
              <a:buChar char="•"/>
              <a:defRPr lang="en-US" sz="2600" cap="none"/>
            </a:pPr>
            <a:endParaRPr lang="en-US" sz="3000" cap="none">
              <a:solidFill>
                <a:srgbClr val="000000"/>
              </a:solidFill>
              <a:latin typeface="Times New Roman" pitchFamily="1" charset="0"/>
              <a:ea typeface="Calibri" pitchFamily="2" charset="0"/>
              <a:cs typeface="Times New Roman" pitchFamily="1" charset="0"/>
            </a:endParaRPr>
          </a:p>
          <a:p>
            <a:pPr marL="342900" indent="-342900" algn="just">
              <a:buFont typeface="Arial" pitchFamily="2" charset="0"/>
              <a:buChar char="•"/>
              <a:defRPr lang="en-US"/>
            </a:pPr>
            <a:r>
              <a:rPr lang="en-US" sz="3000" cap="none">
                <a:solidFill>
                  <a:srgbClr val="000000"/>
                </a:solidFill>
                <a:latin typeface="Times New Roman" pitchFamily="1" charset="0"/>
                <a:ea typeface="Calibri" pitchFamily="2" charset="0"/>
                <a:cs typeface="Times New Roman" pitchFamily="1" charset="0"/>
              </a:rPr>
              <a:t>However, since there is only one channel to share, there is the possibility of collision between frames from different stations. </a:t>
            </a:r>
            <a:endParaRPr lang="en-US" sz="2200" cap="none">
              <a:effectLst>
                <a:outerShdw dist="63500" dir="3600000" algn="tl" rotWithShape="0">
                  <a:srgbClr val="000000">
                    <a:alpha val="40000"/>
                  </a:srgbClr>
                </a:outerShdw>
              </a:effectLst>
              <a:latin typeface="Times New Roman" pitchFamily="1" charset="0"/>
              <a:ea typeface="Calibri" pitchFamily="2" charset="0"/>
              <a:cs typeface="Times New Roman" pitchFamily="1" charset="0"/>
            </a:endParaRPr>
          </a:p>
        </p:txBody>
      </p:sp>
      <p:pic>
        <p:nvPicPr>
          <p:cNvPr id="3" name="Picture 2" descr="KL Deemed to be University Logo"/>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Dd////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AAAAAAAAAAAPwwAALEDAAAQAAAAJgAAAAgAAAD//////////w=="/>
              </a:ext>
            </a:extLst>
          </p:cNvPicPr>
          <p:nvPr/>
        </p:nvPicPr>
        <p:blipFill>
          <a:blip r:embed="rId2"/>
          <a:stretch>
            <a:fillRect/>
          </a:stretch>
        </p:blipFill>
        <p:spPr>
          <a:xfrm>
            <a:off x="0" y="0"/>
            <a:ext cx="1990725" cy="600075"/>
          </a:xfrm>
          <a:prstGeom prst="rect">
            <a:avLst/>
          </a:prstGeom>
          <a:noFill/>
          <a:ln>
            <a:noFill/>
          </a:ln>
          <a:effectLst/>
        </p:spPr>
      </p:pic>
      <p:sp>
        <p:nvSpPr>
          <p:cNvPr id="4" name="Rounded Rectangle 1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QAAAAAAAAAAAAAAAAAAAAEAAAC6JTIAPAAAACoAAAAqAAAAZAAAAGQAAAAAAAAAy8vLADwAAAAqAAAAKgAAAGQAAABkAAAAAAAAABcAAAAUAAAAAAAAAAAAAAD/fwAA/38AAAAAAAAJAAAABAAAAPr///8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uiUyAP///wEAAAAAAAAAAAAAAAAAAAAAAAAAAAAAAAAAAAAAAAAAAERzngB/f38AuiUyAMvLywDAwP8Af39/AAAAAAAAAAAAAAAAAAAAAAAAAAAAIQAAABgAAAAUAAAAFBQAAIUAAADsPAAAdgMAABAAAAAmAAAACAAAAP//////////"/>
              </a:ext>
            </a:extLst>
          </p:cNvSpPr>
          <p:nvPr/>
        </p:nvSpPr>
        <p:spPr>
          <a:xfrm>
            <a:off x="3263900" y="84455"/>
            <a:ext cx="6639560" cy="478155"/>
          </a:xfrm>
          <a:prstGeom prst="roundRect">
            <a:avLst>
              <a:gd name="adj" fmla="val 16667"/>
            </a:avLst>
          </a:prstGeom>
          <a:solidFill>
            <a:srgbClr val="BA2532"/>
          </a:solidFill>
          <a:ln>
            <a:noFill/>
          </a:ln>
          <a:effectLst>
            <a:outerShdw blurRad="50800" dist="37717" dir="2700000" algn="tl">
              <a:srgbClr val="BA2532">
                <a:alpha val="40000"/>
              </a:srgb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r>
              <a:rPr lang="en-US" sz="2400" cap="none"/>
              <a:t>PURE ALOHA PROTOCOL</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Cg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VjwQ54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YV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VjwQd/f38A5+bmA8zMzADAwP8Af39/AAAAAAAAAAAAAAAAAAAAAAAAAAAAIQAAABgAAAAUAAAAUAoAAPAAAAA4QAAA8AAAABAAAAAmAAAACAAAAP//////////"/>
              </a:ext>
            </a:extLst>
          </p:cNvSpPr>
          <p:nvPr/>
        </p:nvSpPr>
        <p:spPr>
          <a:xfrm>
            <a:off x="1676400" y="152400"/>
            <a:ext cx="8763000" cy="0"/>
          </a:xfrm>
          <a:prstGeom prst="line">
            <a:avLst/>
          </a:prstGeom>
          <a:noFill/>
          <a:ln w="76200" cap="flat" cmpd="sng" algn="ctr">
            <a:solidFill>
              <a:schemeClr val="hlink"/>
            </a:solidFill>
            <a:prstDash val="solid"/>
            <a:headEnd type="none"/>
            <a:tailEnd type="none"/>
          </a:ln>
          <a:effectLst/>
        </p:spPr>
        <p:txBody>
          <a:bodyPr vert="horz" wrap="square" lIns="91440" tIns="45720" rIns="91440" bIns="45720" numCol="1" spcCol="215900" anchor="t"/>
          <a:lstStyle/>
          <a:p>
            <a:pPr>
              <a:defRPr lang="en-US"/>
            </a:pPr>
            <a:endParaRPr/>
          </a:p>
        </p:txBody>
      </p:sp>
      <p:sp>
        <p:nvSpPr>
          <p:cNvPr id="3" name="Line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Cg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VjwQ4e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VjwQd/f38A5+bmA8zMzADAwP8Af39/AAAAAAAAAAAAAAAAAAAAAAAAAAAAIQAAABgAAAAUAAAAUAoAABgGAAA4QAAAGAYAABAAAAAmAAAACAAAAP//////////"/>
              </a:ext>
            </a:extLst>
          </p:cNvSpPr>
          <p:nvPr/>
        </p:nvSpPr>
        <p:spPr>
          <a:xfrm>
            <a:off x="1676400" y="990600"/>
            <a:ext cx="8763000" cy="0"/>
          </a:xfrm>
          <a:prstGeom prst="line">
            <a:avLst/>
          </a:prstGeom>
          <a:noFill/>
          <a:ln w="19050" cap="flat" cmpd="sng" algn="ctr">
            <a:solidFill>
              <a:schemeClr val="hlink"/>
            </a:solidFill>
            <a:prstDash val="solid"/>
            <a:headEnd type="none"/>
            <a:tailEnd type="none"/>
          </a:ln>
          <a:effectLst/>
        </p:spPr>
        <p:txBody>
          <a:bodyPr vert="horz" wrap="square" lIns="91440" tIns="45720" rIns="91440" bIns="45720" numCol="1" spcCol="215900" anchor="t"/>
          <a:lstStyle/>
          <a:p>
            <a:pPr>
              <a:defRPr lang="en-US"/>
            </a:pPr>
            <a:endParaRPr/>
          </a:p>
        </p:txBody>
      </p:sp>
      <p:sp>
        <p:nvSpPr>
          <p:cNvPr id="4" name="Text 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QAsAAFgCAABTKwAALwUAABAgAAAmAAAACAAAAP//////////"/>
              </a:ext>
            </a:extLst>
          </p:cNvSpPr>
          <p:nvPr/>
        </p:nvSpPr>
        <p:spPr>
          <a:xfrm>
            <a:off x="1828800" y="381000"/>
            <a:ext cx="5213985" cy="461645"/>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it-IT" sz="2400" i="0" cap="none" baseline="0">
                <a:solidFill>
                  <a:schemeClr val="folHlink"/>
                </a:solidFill>
              </a:rPr>
              <a:t>Procedure for pure ALOHA protocol</a:t>
            </a:r>
            <a:endParaRPr lang="en-US" sz="2400" i="0" cap="none" baseline="0">
              <a:solidFill>
                <a:schemeClr val="folHlink"/>
              </a:solidFill>
            </a:endParaRPr>
          </a:p>
        </p:txBody>
      </p:sp>
      <p:sp>
        <p:nvSpPr>
          <p:cNvPr id="5" name="Lin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Cg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VjwQ54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VjwQd/f38A5+bmA8zMzADAwP8Af39/AAAAAAAAAAAAAAAAAAAAAAAAAAAAIQAAABgAAAAUAAAAUAoAAHAmAAA4QAAAcCYAABAAAAAmAAAACAAAAP//////////"/>
              </a:ext>
            </a:extLst>
          </p:cNvSpPr>
          <p:nvPr/>
        </p:nvSpPr>
        <p:spPr>
          <a:xfrm>
            <a:off x="1676400" y="6248400"/>
            <a:ext cx="8763000" cy="0"/>
          </a:xfrm>
          <a:prstGeom prst="line">
            <a:avLst/>
          </a:prstGeom>
          <a:noFill/>
          <a:ln w="76200" cap="flat" cmpd="sng" algn="ctr">
            <a:solidFill>
              <a:schemeClr val="hlink"/>
            </a:solidFill>
            <a:prstDash val="solid"/>
            <a:headEnd type="none"/>
            <a:tailEnd type="none"/>
          </a:ln>
          <a:effectLst/>
        </p:spPr>
        <p:txBody>
          <a:bodyPr vert="horz" wrap="square" lIns="91440" tIns="45720" rIns="91440" bIns="45720" numCol="1" spcCol="215900" anchor="t"/>
          <a:lstStyle/>
          <a:p>
            <a:pPr>
              <a:defRPr lang="en-US"/>
            </a:pPr>
            <a:endParaRPr/>
          </a:p>
        </p:txBody>
      </p:sp>
      <p:pic>
        <p:nvPicPr>
          <p:cNvPr id="6" name="Picture 8"/>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DWAg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HUQAABsBwAA6DUAAJAkAAAQAAAAJgAAAAgAAAD//////////w=="/>
              </a:ext>
            </a:extLst>
          </p:cNvPicPr>
          <p:nvPr/>
        </p:nvPicPr>
        <p:blipFill>
          <a:blip r:embed="rId3"/>
          <a:stretch>
            <a:fillRect/>
          </a:stretch>
        </p:blipFill>
        <p:spPr>
          <a:xfrm>
            <a:off x="2675255" y="1206500"/>
            <a:ext cx="6087745" cy="4737100"/>
          </a:xfrm>
          <a:prstGeom prst="rect">
            <a:avLst/>
          </a:prstGeom>
          <a:noFill/>
          <a:ln>
            <a:noFill/>
          </a:ln>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in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Cg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VjwQ54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VjwQd/f38A5+bmA8zMzADAwP8Af39/AAAAAAAAAAAAAAAAAAAAAAAAAAAAIQAAABgAAAAUAAAAUAoAAPAAAAA4QAAA8AAAABAAAAAmAAAACAAAAP//////////"/>
              </a:ext>
            </a:extLst>
          </p:cNvSpPr>
          <p:nvPr/>
        </p:nvSpPr>
        <p:spPr>
          <a:xfrm>
            <a:off x="1676400" y="152400"/>
            <a:ext cx="8763000" cy="0"/>
          </a:xfrm>
          <a:prstGeom prst="line">
            <a:avLst/>
          </a:prstGeom>
          <a:noFill/>
          <a:ln w="76200" cap="flat" cmpd="sng" algn="ctr">
            <a:solidFill>
              <a:schemeClr val="hlink"/>
            </a:solidFill>
            <a:prstDash val="solid"/>
            <a:headEnd type="none"/>
            <a:tailEnd type="none"/>
          </a:ln>
          <a:effectLst/>
        </p:spPr>
        <p:txBody>
          <a:bodyPr vert="horz" wrap="square" lIns="91440" tIns="45720" rIns="91440" bIns="45720" numCol="1" spcCol="215900" anchor="t"/>
          <a:lstStyle/>
          <a:p>
            <a:pPr>
              <a:defRPr lang="en-US"/>
            </a:pPr>
            <a:endParaRPr/>
          </a:p>
        </p:txBody>
      </p:sp>
      <p:sp>
        <p:nvSpPr>
          <p:cNvPr id="3" name="Line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Cg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VjwQ4e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VjwQd/f38A5+bmA8zMzADAwP8Af39/AAAAAAAAAAAAAAAAAAAAAAAAAAAAIQAAABgAAAAUAAAAUAoAABgGAAA4QAAAGAYAABAAAAAmAAAACAAAAP//////////"/>
              </a:ext>
            </a:extLst>
          </p:cNvSpPr>
          <p:nvPr/>
        </p:nvSpPr>
        <p:spPr>
          <a:xfrm>
            <a:off x="1676400" y="990600"/>
            <a:ext cx="8763000" cy="0"/>
          </a:xfrm>
          <a:prstGeom prst="line">
            <a:avLst/>
          </a:prstGeom>
          <a:noFill/>
          <a:ln w="19050" cap="flat" cmpd="sng" algn="ctr">
            <a:solidFill>
              <a:schemeClr val="hlink"/>
            </a:solidFill>
            <a:prstDash val="solid"/>
            <a:headEnd type="none"/>
            <a:tailEnd type="none"/>
          </a:ln>
          <a:effectLst/>
        </p:spPr>
        <p:txBody>
          <a:bodyPr vert="horz" wrap="square" lIns="91440" tIns="45720" rIns="91440" bIns="45720" numCol="1" spcCol="215900" anchor="t"/>
          <a:lstStyle/>
          <a:p>
            <a:pPr>
              <a:defRPr lang="en-US"/>
            </a:pPr>
            <a:endParaRPr/>
          </a:p>
        </p:txBody>
      </p:sp>
      <p:sp>
        <p:nvSpPr>
          <p:cNvPr id="4" name="Text 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QAsAAFgCAADgNAAAWAUAAAAgAAAmAAAACAAAAP//////////"/>
              </a:ext>
            </a:extLst>
          </p:cNvSpPr>
          <p:nvPr/>
        </p:nvSpPr>
        <p:spPr>
          <a:xfrm>
            <a:off x="1828800" y="381000"/>
            <a:ext cx="6766560" cy="487680"/>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600" cap="none" baseline="0">
                <a:solidFill>
                  <a:srgbClr val="7030A0"/>
                </a:solidFill>
              </a:rPr>
              <a:t>Frames transmission in a pure ALOHA network</a:t>
            </a:r>
            <a:endParaRPr lang="en-US" sz="2000" cap="none" baseline="0">
              <a:solidFill>
                <a:srgbClr val="7030A0"/>
              </a:solidFill>
            </a:endParaRPr>
          </a:p>
        </p:txBody>
      </p:sp>
      <p:sp>
        <p:nvSpPr>
          <p:cNvPr id="5" name="Lin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Cg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VjwQ54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VjwQd/f38A5+bmA8zMzADAwP8Af39/AAAAAAAAAAAAAAAAAAAAAAAAAAAAIQAAABgAAAAUAAAAUAoAAHAmAAA4QAAAcCYAABAAAAAmAAAACAAAAP//////////"/>
              </a:ext>
            </a:extLst>
          </p:cNvSpPr>
          <p:nvPr/>
        </p:nvSpPr>
        <p:spPr>
          <a:xfrm>
            <a:off x="1676400" y="6248400"/>
            <a:ext cx="8763000" cy="0"/>
          </a:xfrm>
          <a:prstGeom prst="line">
            <a:avLst/>
          </a:prstGeom>
          <a:noFill/>
          <a:ln w="76200" cap="flat" cmpd="sng" algn="ctr">
            <a:solidFill>
              <a:schemeClr val="hlink"/>
            </a:solidFill>
            <a:prstDash val="solid"/>
            <a:headEnd type="none"/>
            <a:tailEnd type="none"/>
          </a:ln>
          <a:effectLst/>
        </p:spPr>
        <p:txBody>
          <a:bodyPr vert="horz" wrap="square" lIns="91440" tIns="45720" rIns="91440" bIns="45720" numCol="1" spcCol="215900" anchor="t"/>
          <a:lstStyle/>
          <a:p>
            <a:pPr>
              <a:defRPr lang="en-US"/>
            </a:pPr>
            <a:endParaRPr/>
          </a:p>
        </p:txBody>
      </p:sp>
      <p:pic>
        <p:nvPicPr>
          <p:cNvPr id="6" name="Picture 7"/>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D/////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MwFAABYCAAArUQAAPclAAAQAAAAJgAAAAgAAAD//////////w=="/>
              </a:ext>
            </a:extLst>
          </p:cNvPicPr>
          <p:nvPr/>
        </p:nvPicPr>
        <p:blipFill>
          <a:blip r:embed="rId3"/>
          <a:stretch>
            <a:fillRect/>
          </a:stretch>
        </p:blipFill>
        <p:spPr>
          <a:xfrm>
            <a:off x="942340" y="1356360"/>
            <a:ext cx="10221595" cy="4815205"/>
          </a:xfrm>
          <a:prstGeom prst="rect">
            <a:avLst/>
          </a:prstGeom>
          <a:noFill/>
          <a:ln>
            <a:noFill/>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ide Number 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DQAABonAADYRQAAWSkAABAAAAAmAAAACAAAAACAAAB/AAAA"/>
              </a:ext>
            </a:extLst>
          </p:cNvSpPr>
          <p:nvPr>
            <p:ph type="sldNum" sz="quarter" idx="12"/>
          </p:nvPr>
        </p:nvSpPr>
        <p:spPr>
          <a:noFill/>
        </p:spPr>
        <p:txBody>
          <a:bodyP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000" i="0" cap="none" baseline="0">
                <a:solidFill>
                  <a:schemeClr val="bg2"/>
                </a:solidFill>
                <a:latin typeface="Arial" pitchFamily="2" charset="0"/>
                <a:ea typeface="Calibri" pitchFamily="2" charset="0"/>
                <a:cs typeface="Calibri" pitchFamily="2" charset="0"/>
              </a:rPr>
              <a:t>12.</a:t>
            </a:r>
            <a:fld id="{1DB5BE16-58F0-E048-BE0D-AE1DF04348FB}" type="slidenum">
              <a:rPr lang="en-US" sz="2000" i="0" cap="none" baseline="0">
                <a:solidFill>
                  <a:schemeClr val="bg2"/>
                </a:solidFill>
                <a:latin typeface="Arial" pitchFamily="2" charset="0"/>
                <a:ea typeface="Calibri" pitchFamily="2" charset="0"/>
                <a:cs typeface="Calibri" pitchFamily="2" charset="0"/>
              </a:rPr>
              <a:pPr>
                <a:defRPr lang="en-US"/>
              </a:pPr>
              <a:t>11</a:t>
            </a:fld>
            <a:endParaRPr lang="en-US" sz="2000" i="0" cap="none" baseline="0">
              <a:solidFill>
                <a:schemeClr val="bg2"/>
              </a:solidFill>
              <a:latin typeface="Arial" pitchFamily="2" charset="0"/>
              <a:ea typeface="Calibri" pitchFamily="2" charset="0"/>
              <a:cs typeface="Calibri" pitchFamily="2" charset="0"/>
            </a:endParaRPr>
          </a:p>
        </p:txBody>
      </p:sp>
      <p:sp>
        <p:nvSpPr>
          <p:cNvPr id="3" name="Rectangl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M8z/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8z/AP///wEAAAAAAAAAAAAAAAAAAAAAAAAAAAAAAAAAAAAAAAAAAAAAAAJ/f38A5+bmA8zMzADAwP8Af39/AAAAAAAAAAAAAAAAAAAAAAAAAAAAIQAAABgAAAAUAAAAYAkAAAAAAACgQQAAGAYAABAgAAAmAAAACAAAAP//////////"/>
              </a:ext>
            </a:extLst>
          </p:cNvSpPr>
          <p:nvPr/>
        </p:nvSpPr>
        <p:spPr>
          <a:xfrm>
            <a:off x="1524000" y="0"/>
            <a:ext cx="9144000" cy="990600"/>
          </a:xfrm>
          <a:prstGeom prst="rect">
            <a:avLst/>
          </a:prstGeom>
          <a:solidFill>
            <a:srgbClr val="33CCFF"/>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defRPr lang="en-US"/>
            </a:pPr>
            <a:endParaRPr lang="en-US" sz="3200" cap="none">
              <a:effectLst>
                <a:outerShdw dist="63500" dir="3600000" algn="tl" rotWithShape="0">
                  <a:srgbClr val="000000">
                    <a:alpha val="40000"/>
                  </a:srgbClr>
                </a:outerShdw>
              </a:effectLst>
            </a:endParaRPr>
          </a:p>
        </p:txBody>
      </p:sp>
      <p:sp>
        <p:nvSpPr>
          <p:cNvPr id="4" name="Text Box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yAoAAGgBAABwJgAACggAABAgAAAmAAAACAAAAP//////////"/>
              </a:ext>
            </a:extLst>
          </p:cNvSpPr>
          <p:nvPr/>
        </p:nvSpPr>
        <p:spPr>
          <a:xfrm>
            <a:off x="1752600" y="228600"/>
            <a:ext cx="4495800" cy="1078230"/>
          </a:xfrm>
          <a:prstGeom prst="rect">
            <a:avLst/>
          </a:prstGeom>
          <a:noFill/>
          <a:ln>
            <a:noFill/>
          </a:ln>
          <a:effectLst/>
        </p:spPr>
        <p:txBody>
          <a:bodyPr vert="horz" wrap="square" lIns="91440" tIns="45720" rIns="91440" bIns="45720" numCol="1" spcCol="215900" anchor="t"/>
          <a:lstStyle/>
          <a:p>
            <a:pPr>
              <a:defRPr lang="en-US"/>
            </a:pPr>
            <a:r>
              <a:rPr lang="en-US" sz="3200" cap="none">
                <a:latin typeface="Times-BoldItalic" charset="0"/>
                <a:ea typeface="Calibri" pitchFamily="2" charset="0"/>
                <a:cs typeface="Calibri" pitchFamily="2" charset="0"/>
              </a:rPr>
              <a:t>Pure ALOHA…</a:t>
            </a:r>
          </a:p>
          <a:p>
            <a:pPr>
              <a:defRPr lang="en-US"/>
            </a:pPr>
            <a:endParaRPr lang="en-US" sz="3200" cap="none">
              <a:effectLst>
                <a:outerShdw dist="63500" dir="3600000" algn="tl" rotWithShape="0">
                  <a:srgbClr val="000000">
                    <a:alpha val="40000"/>
                  </a:srgbClr>
                </a:outerShdw>
              </a:effectLst>
              <a:latin typeface="Times" charset="0"/>
              <a:ea typeface="Calibri" pitchFamily="2" charset="0"/>
              <a:cs typeface="Calibri" pitchFamily="2" charset="0"/>
            </a:endParaRPr>
          </a:p>
        </p:txBody>
      </p:sp>
      <p:sp>
        <p:nvSpPr>
          <p:cNvPr id="5" name="Text 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ADwAAGAnAAAiPQAAoikAABAgAAAmAAAACAAAAP//////////"/>
              </a:ext>
            </a:extLst>
          </p:cNvSpPr>
          <p:nvPr/>
        </p:nvSpPr>
        <p:spPr>
          <a:xfrm>
            <a:off x="9753600" y="6400800"/>
            <a:ext cx="184150" cy="367030"/>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endParaRPr lang="en-US" sz="1800" i="0" cap="none" baseline="0"/>
          </a:p>
        </p:txBody>
      </p:sp>
      <p:sp>
        <p:nvSpPr>
          <p:cNvPr id="6"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j///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rwIAAOQGAABZSAAAgiYAABAgAAAmAAAACAAAAP//////////"/>
              </a:ext>
            </a:extLst>
          </p:cNvSpPr>
          <p:nvPr/>
        </p:nvSpPr>
        <p:spPr>
          <a:xfrm>
            <a:off x="436245" y="1120140"/>
            <a:ext cx="11324590" cy="5139690"/>
          </a:xfrm>
          <a:prstGeom prst="rect">
            <a:avLst/>
          </a:prstGeom>
          <a:noFill/>
          <a:ln>
            <a:noFill/>
          </a:ln>
          <a:effectLst/>
        </p:spPr>
        <p:txBody>
          <a:bodyPr vert="horz" wrap="square" lIns="91440" tIns="45720" rIns="91440" bIns="45720" numCol="1" spcCol="215900" anchor="ctr"/>
          <a:lstStyle/>
          <a:p>
            <a:pPr algn="just">
              <a:defRPr lang="en-US"/>
            </a:pPr>
            <a:endParaRPr lang="en-US" sz="2400" cap="none">
              <a:solidFill>
                <a:srgbClr val="00FFFF"/>
              </a:solidFill>
              <a:latin typeface="Times-BoldItalic" charset="0"/>
              <a:ea typeface="Calibri" pitchFamily="2" charset="0"/>
              <a:cs typeface="Calibri" pitchFamily="2" charset="0"/>
            </a:endParaRPr>
          </a:p>
          <a:p>
            <a:pPr marL="285750" indent="-285750" algn="just">
              <a:buFont typeface="Arial" pitchFamily="2" charset="0"/>
              <a:buChar char="•"/>
              <a:defRPr lang="en-US"/>
            </a:pPr>
            <a:r>
              <a:rPr lang="en-US" sz="1600" cap="none">
                <a:latin typeface="Times-Roman" charset="0"/>
                <a:ea typeface="Calibri" pitchFamily="2" charset="0"/>
                <a:cs typeface="Calibri" pitchFamily="2" charset="0"/>
              </a:rPr>
              <a:t>There are four stations (unrealistic assumption) that contend with one another for access to the shared channel. Each station sends two frames; there are a total of eight frames on the shared medium.</a:t>
            </a:r>
          </a:p>
          <a:p>
            <a:pPr marL="285750" indent="-285750" algn="just">
              <a:buFont typeface="Arial" pitchFamily="2" charset="0"/>
              <a:buChar char="•"/>
              <a:defRPr lang="en-US"/>
            </a:pPr>
            <a:endParaRPr lang="en-US" sz="16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1600" cap="none">
                <a:latin typeface="Times-Roman" charset="0"/>
                <a:ea typeface="Calibri" pitchFamily="2" charset="0"/>
                <a:cs typeface="Calibri" pitchFamily="2" charset="0"/>
              </a:rPr>
              <a:t>Some of these frames collide because multiple frames are in contention for the shared channel. Figure 12.2 shows that only two frames survive: one frame from station 1 and one frame from station 3. We need to mention that even if one bit of a frame coexists on the channel with one bit from another frame, there is a collision, and both will be destroyed. </a:t>
            </a:r>
          </a:p>
          <a:p>
            <a:pPr marL="285750" indent="-285750" algn="just">
              <a:buFont typeface="Arial" pitchFamily="2" charset="0"/>
              <a:buChar char="•"/>
              <a:defRPr lang="en-US"/>
            </a:pPr>
            <a:endParaRPr lang="en-US" sz="16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1600" cap="none">
                <a:latin typeface="Times-Roman" charset="0"/>
                <a:ea typeface="Calibri" pitchFamily="2" charset="0"/>
                <a:cs typeface="Calibri" pitchFamily="2" charset="0"/>
              </a:rPr>
              <a:t>It is obvious that we need to resend the frames that have been destroyed during transmission.</a:t>
            </a:r>
          </a:p>
          <a:p>
            <a:pPr marL="285750" indent="-285750" algn="just">
              <a:buFont typeface="Arial" pitchFamily="2" charset="0"/>
              <a:buChar char="•"/>
              <a:defRPr lang="en-US"/>
            </a:pPr>
            <a:endParaRPr lang="en-US" sz="16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1600" cap="none">
                <a:latin typeface="Times-Roman" charset="0"/>
                <a:ea typeface="Calibri" pitchFamily="2" charset="0"/>
                <a:cs typeface="Calibri" pitchFamily="2" charset="0"/>
              </a:rPr>
              <a:t>The pure ALOHA protocol relies on acknowledgments from the receiver. </a:t>
            </a:r>
          </a:p>
          <a:p>
            <a:pPr marL="285750" indent="-285750" algn="just">
              <a:buFont typeface="Arial" pitchFamily="2" charset="0"/>
              <a:buChar char="•"/>
              <a:defRPr lang="en-US"/>
            </a:pPr>
            <a:endParaRPr lang="en-US" sz="16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1600" cap="none">
                <a:latin typeface="Times-Roman" charset="0"/>
                <a:ea typeface="Calibri" pitchFamily="2" charset="0"/>
                <a:cs typeface="Calibri" pitchFamily="2" charset="0"/>
              </a:rPr>
              <a:t>When a station sends a frame, it expects the receiver to send an acknowledgment. If the acknowledgment does not arrive after a time-out period, the station assumes that the frame (or the acknowledgment) has been destroyed and resends the frame.</a:t>
            </a:r>
          </a:p>
          <a:p>
            <a:pPr marL="285750" indent="-285750" algn="just">
              <a:buFont typeface="Arial" pitchFamily="2" charset="0"/>
              <a:buChar char="•"/>
              <a:defRPr lang="en-US"/>
            </a:pPr>
            <a:endParaRPr lang="en-US" sz="16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1600" cap="none">
                <a:latin typeface="Times-Roman" charset="0"/>
                <a:ea typeface="Calibri" pitchFamily="2" charset="0"/>
                <a:cs typeface="Calibri" pitchFamily="2" charset="0"/>
              </a:rPr>
              <a:t>A collision involves two or more stations. If all these stations try to resend their frames after the time-out, the frames will collide again. </a:t>
            </a:r>
          </a:p>
          <a:p>
            <a:pPr marL="285750" indent="-285750" algn="just">
              <a:buFont typeface="Arial" pitchFamily="2" charset="0"/>
              <a:buChar char="•"/>
              <a:defRPr lang="en-US"/>
            </a:pPr>
            <a:endParaRPr lang="en-US" sz="16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1600" cap="none">
                <a:latin typeface="Times-Roman" charset="0"/>
                <a:ea typeface="Calibri" pitchFamily="2" charset="0"/>
                <a:cs typeface="Calibri" pitchFamily="2" charset="0"/>
              </a:rPr>
              <a:t>Pure ALOHA dictates that when the time-out period passes, each station waits a random amount of time before resending its frame. The randomness will help avoid more collisions. We call this time the </a:t>
            </a:r>
            <a:r>
              <a:rPr lang="en-US" sz="1600" cap="none">
                <a:latin typeface="Times-Italic" charset="0"/>
                <a:ea typeface="Calibri" pitchFamily="2" charset="0"/>
                <a:cs typeface="Calibri" pitchFamily="2" charset="0"/>
              </a:rPr>
              <a:t>backoff time TB</a:t>
            </a:r>
            <a:r>
              <a:rPr lang="en-US" sz="1600" cap="none">
                <a:latin typeface="Times-Roman" charset="0"/>
                <a:ea typeface="Calibri" pitchFamily="2" charset="0"/>
                <a:cs typeface="Calibri" pitchFamily="2" charset="0"/>
              </a:rPr>
              <a:t>.</a:t>
            </a:r>
            <a:endParaRPr lang="en-US" sz="3600" cap="none">
              <a:effectLst>
                <a:outerShdw dist="63500" dir="36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M8z/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LJ6fg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8z/AP///wEAAAAAAAAAAAAAAAAAAAAAAAAAAAAAAAAAAAAAAAAAAAAAAAJ/f38A5+bmA8zMzADAwP8Af39/AAAAAAAAAAAAAAAAAAAAAAAAAAAAIQAAABgAAAAUAAAAYAkAAAAAAACgQQAAGAYAABAgAAAmAAAACAAAAP//////////"/>
              </a:ext>
            </a:extLst>
          </p:cNvSpPr>
          <p:nvPr/>
        </p:nvSpPr>
        <p:spPr>
          <a:xfrm>
            <a:off x="1524000" y="0"/>
            <a:ext cx="9144000" cy="990600"/>
          </a:xfrm>
          <a:prstGeom prst="rect">
            <a:avLst/>
          </a:prstGeom>
          <a:solidFill>
            <a:srgbClr val="33CCFF"/>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defRPr lang="en-US"/>
            </a:pPr>
            <a:endParaRPr lang="en-US" sz="3200" cap="none">
              <a:effectLst>
                <a:outerShdw dist="63500" dir="3600000" algn="tl" rotWithShape="0">
                  <a:srgbClr val="000000">
                    <a:alpha val="40000"/>
                  </a:srgbClr>
                </a:outerShdw>
              </a:effectLst>
            </a:endParaRPr>
          </a:p>
        </p:txBody>
      </p:sp>
      <p:sp>
        <p:nvSpPr>
          <p:cNvPr id="3" name="Text Box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AWsV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yAoAAGgBAABwJgAACggAABAgAAAmAAAACAAAAP//////////"/>
              </a:ext>
            </a:extLst>
          </p:cNvSpPr>
          <p:nvPr/>
        </p:nvSpPr>
        <p:spPr>
          <a:xfrm>
            <a:off x="1752600" y="228600"/>
            <a:ext cx="4495800" cy="1078230"/>
          </a:xfrm>
          <a:prstGeom prst="rect">
            <a:avLst/>
          </a:prstGeom>
          <a:noFill/>
          <a:ln>
            <a:noFill/>
          </a:ln>
          <a:effectLst/>
        </p:spPr>
        <p:txBody>
          <a:bodyPr vert="horz" wrap="square" lIns="91440" tIns="45720" rIns="91440" bIns="45720" numCol="1" spcCol="215900" anchor="t"/>
          <a:lstStyle/>
          <a:p>
            <a:pPr>
              <a:defRPr lang="en-US"/>
            </a:pPr>
            <a:r>
              <a:rPr lang="en-US" sz="3200" cap="none">
                <a:latin typeface="Times-BoldItalic" charset="0"/>
                <a:ea typeface="Calibri" pitchFamily="2" charset="0"/>
                <a:cs typeface="Calibri" pitchFamily="2" charset="0"/>
              </a:rPr>
              <a:t>Pure ALOHA…</a:t>
            </a:r>
          </a:p>
          <a:p>
            <a:pPr>
              <a:defRPr lang="en-US"/>
            </a:pPr>
            <a:endParaRPr lang="en-US" sz="3200" cap="none">
              <a:effectLst>
                <a:outerShdw dist="63500" dir="3600000" algn="tl" rotWithShape="0">
                  <a:srgbClr val="000000">
                    <a:alpha val="40000"/>
                  </a:srgbClr>
                </a:outerShdw>
              </a:effectLst>
              <a:latin typeface="Times" charset="0"/>
              <a:ea typeface="Calibri" pitchFamily="2" charset="0"/>
              <a:cs typeface="Calibri" pitchFamily="2" charset="0"/>
            </a:endParaRPr>
          </a:p>
        </p:txBody>
      </p:sp>
      <p:sp>
        <p:nvSpPr>
          <p:cNvPr id="4" name="Text 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ADwAAGAnAAAiPQAAoikAABAgAAAmAAAACAAAAP//////////"/>
              </a:ext>
            </a:extLst>
          </p:cNvSpPr>
          <p:nvPr/>
        </p:nvSpPr>
        <p:spPr>
          <a:xfrm>
            <a:off x="9753600" y="6400800"/>
            <a:ext cx="184150" cy="367030"/>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endParaRPr lang="en-US" sz="1800" i="0" cap="none" baseline="0"/>
          </a:p>
        </p:txBody>
      </p:sp>
      <p:sp>
        <p:nvSpPr>
          <p:cNvPr id="5"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NAMAADQKAAA5RwAAMiMAABAgAAAmAAAACAAAAP//////////"/>
              </a:ext>
            </a:extLst>
          </p:cNvSpPr>
          <p:nvPr/>
        </p:nvSpPr>
        <p:spPr>
          <a:xfrm>
            <a:off x="520700" y="1658620"/>
            <a:ext cx="11057255" cy="4062730"/>
          </a:xfrm>
          <a:prstGeom prst="rect">
            <a:avLst/>
          </a:prstGeom>
          <a:noFill/>
          <a:ln>
            <a:noFill/>
          </a:ln>
          <a:effectLst/>
        </p:spPr>
        <p:txBody>
          <a:bodyPr vert="horz" wrap="square" lIns="91440" tIns="45720" rIns="91440" bIns="45720" numCol="1" spcCol="215900" anchor="ctr"/>
          <a:lstStyle/>
          <a:p>
            <a:pPr algn="just">
              <a:defRPr lang="en-US"/>
            </a:pPr>
            <a:r>
              <a:rPr lang="en-US" cap="none">
                <a:latin typeface="Times-Roman" charset="0"/>
                <a:ea typeface="Calibri" pitchFamily="2" charset="0"/>
                <a:cs typeface="Calibri" pitchFamily="2" charset="0"/>
              </a:rPr>
              <a:t>Pure ALOHA has a second method to prevent congesting the channel with retransmitted frames. After a maximum number of retransmission attempts </a:t>
            </a:r>
            <a:r>
              <a:rPr lang="en-US" cap="none">
                <a:latin typeface="Times-Italic" charset="0"/>
                <a:ea typeface="Calibri" pitchFamily="2" charset="0"/>
                <a:cs typeface="Calibri" pitchFamily="2" charset="0"/>
              </a:rPr>
              <a:t>Kmax, </a:t>
            </a:r>
            <a:r>
              <a:rPr lang="en-US" cap="none">
                <a:latin typeface="Times-Roman" charset="0"/>
                <a:ea typeface="Calibri" pitchFamily="2" charset="0"/>
                <a:cs typeface="Calibri" pitchFamily="2" charset="0"/>
              </a:rPr>
              <a:t>a station must give up and try later. The procedure is:</a:t>
            </a:r>
          </a:p>
          <a:p>
            <a:pPr algn="just">
              <a:defRPr lang="en-US"/>
            </a:pPr>
            <a:endParaRPr lang="en-US" sz="2400" cap="none">
              <a:solidFill>
                <a:srgbClr val="00FFFF"/>
              </a:solidFill>
              <a:latin typeface="Times-BoldItalic" charset="0"/>
              <a:ea typeface="Calibri" pitchFamily="2" charset="0"/>
              <a:cs typeface="Calibri" pitchFamily="2" charset="0"/>
            </a:endParaRPr>
          </a:p>
          <a:p>
            <a:pPr marL="285750" indent="-285750" algn="just">
              <a:buFont typeface="Arial" pitchFamily="2" charset="0"/>
              <a:buChar char="•"/>
              <a:defRPr lang="en-US"/>
            </a:pPr>
            <a:r>
              <a:rPr lang="en-US" cap="none">
                <a:latin typeface="Times-Roman" charset="0"/>
                <a:ea typeface="Calibri" pitchFamily="2" charset="0"/>
                <a:cs typeface="Calibri" pitchFamily="2" charset="0"/>
              </a:rPr>
              <a:t>The time-out period is equal to the maximum possible round-trip propagation delay, which is twice the amount of time required to send a frame between the two most widely separated stations (2</a:t>
            </a:r>
            <a:r>
              <a:rPr lang="en-US" cap="none">
                <a:latin typeface="Symbol" pitchFamily="1" charset="2"/>
                <a:ea typeface="Calibri" pitchFamily="2" charset="0"/>
                <a:cs typeface="Calibri" pitchFamily="2" charset="0"/>
              </a:rPr>
              <a:t>*</a:t>
            </a:r>
            <a:r>
              <a:rPr lang="en-US" cap="none">
                <a:latin typeface="Times-Italic" charset="0"/>
                <a:ea typeface="Calibri" pitchFamily="2" charset="0"/>
                <a:cs typeface="Calibri" pitchFamily="2" charset="0"/>
              </a:rPr>
              <a:t>Tp</a:t>
            </a:r>
            <a:r>
              <a:rPr lang="en-US" cap="none">
                <a:latin typeface="Times-Roman" charset="0"/>
                <a:ea typeface="Calibri" pitchFamily="2" charset="0"/>
                <a:cs typeface="Calibri" pitchFamily="2" charset="0"/>
              </a:rPr>
              <a:t>). </a:t>
            </a:r>
          </a:p>
          <a:p>
            <a:pPr marL="285750" indent="-285750" algn="just">
              <a:buFont typeface="Arial" pitchFamily="2" charset="0"/>
              <a:buChar char="•"/>
              <a:defRPr lang="en-US"/>
            </a:pPr>
            <a:endParaRPr lang="en-US"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cap="none">
                <a:latin typeface="Times-Roman" charset="0"/>
                <a:ea typeface="Calibri" pitchFamily="2" charset="0"/>
                <a:cs typeface="Calibri" pitchFamily="2" charset="0"/>
              </a:rPr>
              <a:t>The backoff time </a:t>
            </a:r>
            <a:r>
              <a:rPr lang="en-US" cap="none">
                <a:latin typeface="Times-Italic" charset="0"/>
                <a:ea typeface="Calibri" pitchFamily="2" charset="0"/>
                <a:cs typeface="Calibri" pitchFamily="2" charset="0"/>
              </a:rPr>
              <a:t>TB </a:t>
            </a:r>
            <a:r>
              <a:rPr lang="en-US" cap="none">
                <a:latin typeface="Times-Roman" charset="0"/>
                <a:ea typeface="Calibri" pitchFamily="2" charset="0"/>
                <a:cs typeface="Calibri" pitchFamily="2" charset="0"/>
              </a:rPr>
              <a:t>is a random value that normally depends on </a:t>
            </a:r>
            <a:r>
              <a:rPr lang="en-US" cap="none">
                <a:latin typeface="Times-Italic" charset="0"/>
                <a:ea typeface="Calibri" pitchFamily="2" charset="0"/>
                <a:cs typeface="Calibri" pitchFamily="2" charset="0"/>
              </a:rPr>
              <a:t>K </a:t>
            </a:r>
            <a:r>
              <a:rPr lang="en-US" cap="none">
                <a:latin typeface="Times-Roman" charset="0"/>
                <a:ea typeface="Calibri" pitchFamily="2" charset="0"/>
                <a:cs typeface="Calibri" pitchFamily="2" charset="0"/>
              </a:rPr>
              <a:t>(the number of attempted unsuccessful transmissions). The formula for </a:t>
            </a:r>
            <a:r>
              <a:rPr lang="en-US" cap="none">
                <a:latin typeface="Times-Italic" charset="0"/>
                <a:ea typeface="Calibri" pitchFamily="2" charset="0"/>
                <a:cs typeface="Calibri" pitchFamily="2" charset="0"/>
              </a:rPr>
              <a:t>TB </a:t>
            </a:r>
            <a:r>
              <a:rPr lang="en-US" cap="none">
                <a:latin typeface="Times-Roman" charset="0"/>
                <a:ea typeface="Calibri" pitchFamily="2" charset="0"/>
                <a:cs typeface="Calibri" pitchFamily="2" charset="0"/>
              </a:rPr>
              <a:t>depends on the implementation. One common formula is the </a:t>
            </a:r>
            <a:r>
              <a:rPr lang="en-US" cap="none">
                <a:latin typeface="Times-BoldItalic" charset="0"/>
                <a:ea typeface="Calibri" pitchFamily="2" charset="0"/>
                <a:cs typeface="Calibri" pitchFamily="2" charset="0"/>
              </a:rPr>
              <a:t>binary exponential backoff. </a:t>
            </a:r>
            <a:r>
              <a:rPr lang="en-US" cap="none">
                <a:latin typeface="Times-Roman" charset="0"/>
                <a:ea typeface="Calibri" pitchFamily="2" charset="0"/>
                <a:cs typeface="Calibri" pitchFamily="2" charset="0"/>
              </a:rPr>
              <a:t>In this method, for each retransmission, a multiplier </a:t>
            </a:r>
            <a:r>
              <a:rPr lang="en-US" cap="none">
                <a:latin typeface="Times-Italic" charset="0"/>
                <a:ea typeface="Calibri" pitchFamily="2" charset="0"/>
                <a:cs typeface="Calibri" pitchFamily="2" charset="0"/>
              </a:rPr>
              <a:t>R </a:t>
            </a:r>
            <a:r>
              <a:rPr lang="en-US" cap="none">
                <a:latin typeface="Symbol" pitchFamily="1" charset="2"/>
                <a:ea typeface="Calibri" pitchFamily="2" charset="0"/>
                <a:cs typeface="Calibri" pitchFamily="2" charset="0"/>
              </a:rPr>
              <a:t>= </a:t>
            </a:r>
            <a:r>
              <a:rPr lang="en-US" cap="none">
                <a:latin typeface="Times-Roman" charset="0"/>
                <a:ea typeface="Calibri" pitchFamily="2" charset="0"/>
                <a:cs typeface="Calibri" pitchFamily="2" charset="0"/>
              </a:rPr>
              <a:t>0 to 2^</a:t>
            </a:r>
            <a:r>
              <a:rPr lang="en-US" cap="none">
                <a:latin typeface="Times-Italic" charset="0"/>
                <a:ea typeface="Calibri" pitchFamily="2" charset="0"/>
                <a:cs typeface="Calibri" pitchFamily="2" charset="0"/>
              </a:rPr>
              <a:t>K -</a:t>
            </a:r>
            <a:r>
              <a:rPr lang="en-US" cap="none">
                <a:latin typeface="Times-Roman" charset="0"/>
                <a:ea typeface="Calibri" pitchFamily="2" charset="0"/>
                <a:cs typeface="Calibri" pitchFamily="2" charset="0"/>
              </a:rPr>
              <a:t>1 is randomly chosen and multiplied by </a:t>
            </a:r>
            <a:r>
              <a:rPr lang="en-US" cap="none">
                <a:latin typeface="Times-Italic" charset="0"/>
                <a:ea typeface="Calibri" pitchFamily="2" charset="0"/>
                <a:cs typeface="Calibri" pitchFamily="2" charset="0"/>
              </a:rPr>
              <a:t>Tp </a:t>
            </a:r>
            <a:r>
              <a:rPr lang="en-US" cap="none">
                <a:latin typeface="Times-Roman" charset="0"/>
                <a:ea typeface="Calibri" pitchFamily="2" charset="0"/>
                <a:cs typeface="Calibri" pitchFamily="2" charset="0"/>
              </a:rPr>
              <a:t>(maximum propagation time) or </a:t>
            </a:r>
            <a:r>
              <a:rPr lang="en-US" cap="none">
                <a:latin typeface="Times-Italic" charset="0"/>
                <a:ea typeface="Calibri" pitchFamily="2" charset="0"/>
                <a:cs typeface="Calibri" pitchFamily="2" charset="0"/>
              </a:rPr>
              <a:t>Tfr </a:t>
            </a:r>
            <a:r>
              <a:rPr lang="en-US" cap="none">
                <a:latin typeface="Times-Roman" charset="0"/>
                <a:ea typeface="Calibri" pitchFamily="2" charset="0"/>
                <a:cs typeface="Calibri" pitchFamily="2" charset="0"/>
              </a:rPr>
              <a:t>(the average time required to send out a frame) to find </a:t>
            </a:r>
            <a:r>
              <a:rPr lang="en-US" cap="none">
                <a:latin typeface="Times-Italic" charset="0"/>
                <a:ea typeface="Calibri" pitchFamily="2" charset="0"/>
                <a:cs typeface="Calibri" pitchFamily="2" charset="0"/>
              </a:rPr>
              <a:t>TB</a:t>
            </a:r>
            <a:r>
              <a:rPr lang="en-US" cap="none">
                <a:latin typeface="Times-Roman" charset="0"/>
                <a:ea typeface="Calibri" pitchFamily="2" charset="0"/>
                <a:cs typeface="Calibri" pitchFamily="2" charset="0"/>
              </a:rPr>
              <a:t>. </a:t>
            </a:r>
          </a:p>
          <a:p>
            <a:pPr marL="285750" indent="-285750" algn="just">
              <a:buFont typeface="Arial" pitchFamily="2" charset="0"/>
              <a:buChar char="•"/>
              <a:defRPr lang="en-US"/>
            </a:pPr>
            <a:endParaRPr lang="en-US"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cap="none">
                <a:latin typeface="Times-Roman" charset="0"/>
                <a:ea typeface="Calibri" pitchFamily="2" charset="0"/>
                <a:cs typeface="Calibri" pitchFamily="2" charset="0"/>
              </a:rPr>
              <a:t>Note that in this procedure, the range of the random numbers increases after each collision.</a:t>
            </a:r>
          </a:p>
          <a:p>
            <a:pPr marL="285750" indent="-285750" algn="just">
              <a:buFont typeface="Arial" pitchFamily="2" charset="0"/>
              <a:buChar char="•"/>
              <a:defRPr lang="en-US"/>
            </a:pPr>
            <a:endParaRPr lang="en-US"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cap="none">
                <a:latin typeface="Times-Roman" charset="0"/>
                <a:ea typeface="Calibri" pitchFamily="2" charset="0"/>
                <a:cs typeface="Calibri" pitchFamily="2" charset="0"/>
              </a:rPr>
              <a:t>The value of </a:t>
            </a:r>
            <a:r>
              <a:rPr lang="en-US" cap="none">
                <a:latin typeface="Times-Italic" charset="0"/>
                <a:ea typeface="Calibri" pitchFamily="2" charset="0"/>
                <a:cs typeface="Calibri" pitchFamily="2" charset="0"/>
              </a:rPr>
              <a:t>Kmax </a:t>
            </a:r>
            <a:r>
              <a:rPr lang="en-US" cap="none">
                <a:latin typeface="Times-Roman" charset="0"/>
                <a:ea typeface="Calibri" pitchFamily="2" charset="0"/>
                <a:cs typeface="Calibri" pitchFamily="2" charset="0"/>
              </a:rPr>
              <a:t>is usually chosen as 15.</a:t>
            </a:r>
            <a:endParaRPr lang="en-US" sz="3600" cap="none">
              <a:effectLst>
                <a:outerShdw dist="63500" dir="36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Bzej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CAAAB/AAAA"/>
              </a:ext>
            </a:extLst>
          </p:cNvSpPr>
          <p:nvPr>
            <p:ph type="sldNum" sz="quarter" idx="12"/>
          </p:nvPr>
        </p:nvSpPr>
        <p:spPr>
          <a:noFill/>
        </p:spPr>
        <p:txBody>
          <a:bodyP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000" i="0" cap="none" baseline="0">
                <a:solidFill>
                  <a:schemeClr val="bg2"/>
                </a:solidFill>
                <a:latin typeface="Arial" pitchFamily="2" charset="0"/>
                <a:ea typeface="Calibri" pitchFamily="2" charset="0"/>
                <a:cs typeface="Calibri" pitchFamily="2" charset="0"/>
              </a:rPr>
              <a:t>12.</a:t>
            </a:r>
            <a:fld id="{1DB592AD-E3F0-E064-BE0D-1531DC434840}" type="slidenum">
              <a:rPr lang="en-US" sz="2000" i="0" cap="none" baseline="0">
                <a:solidFill>
                  <a:schemeClr val="bg2"/>
                </a:solidFill>
                <a:latin typeface="Arial" pitchFamily="2" charset="0"/>
                <a:ea typeface="Calibri" pitchFamily="2" charset="0"/>
                <a:cs typeface="Calibri" pitchFamily="2" charset="0"/>
              </a:rPr>
              <a:pPr>
                <a:defRPr lang="en-US"/>
              </a:pPr>
              <a:t>13</a:t>
            </a:fld>
            <a:endParaRPr lang="en-US" sz="2000" i="0" cap="none" baseline="0">
              <a:solidFill>
                <a:schemeClr val="bg2"/>
              </a:solidFill>
              <a:latin typeface="Arial" pitchFamily="2" charset="0"/>
              <a:ea typeface="Calibri" pitchFamily="2" charset="0"/>
              <a:cs typeface="Calibri" pitchFamily="2" charset="0"/>
            </a:endParaRPr>
          </a:p>
        </p:txBody>
      </p:sp>
      <p:sp>
        <p:nvSpPr>
          <p:cNvPr id="3" name="Rectangl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7X0xDf///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hlIH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gAAAAEAAAAAAAAAAAAAAAAAAAAAAAAAAAAAAAAAAAAAAAAAAAAAAAJ/f38AAAAAA8zMzADAwP8Af39/AAAAAAAAAAAAAAAAAAAAAAAAAAAAIQAAABgAAAAUAAAAogsAAKoAAABUDgAAlgMAABAgAAAmAAAACAAAAP//////////"/>
              </a:ext>
            </a:extLst>
          </p:cNvSpPr>
          <p:nvPr/>
        </p:nvSpPr>
        <p:spPr>
          <a:xfrm>
            <a:off x="1891030" y="107950"/>
            <a:ext cx="438150" cy="474980"/>
          </a:xfrm>
          <a:prstGeom prst="rect">
            <a:avLst/>
          </a:prstGeom>
          <a:solidFill>
            <a:schemeClr val="accent2"/>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4" name="Rectangle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7X0xDf///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N0Pjw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BgAAAAEAAAAAAAAAAAAAAAAAAAAAAAAAAAAAAAAAAAAAAAAAAAAAAAJ/f38AAAAAA8zMzADAwP8Af39/AAAAAAAAAAAAAAAAAAAAAAAAAAAAIQAAABgAAAAUAAAA/A0AAKoAAAACEAAAlgMAABAgAAAmAAAACAAAAP//////////"/>
              </a:ext>
            </a:extLst>
          </p:cNvSpPr>
          <p:nvPr/>
        </p:nvSpPr>
        <p:spPr>
          <a:xfrm>
            <a:off x="2273300" y="107950"/>
            <a:ext cx="328930" cy="474980"/>
          </a:xfrm>
          <a:prstGeom prst="rect">
            <a:avLst/>
          </a:prstGeom>
          <a:gradFill flip="none" rotWithShape="0">
            <a:gsLst>
              <a:gs pos="0">
                <a:schemeClr val="accent2"/>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5" name="Rectangle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lU9y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CAAAAAEAAAAAAAAAAAAAAAAAAAAAAAAAAAAAAAAAAAAAAAAAAAAAAAJ/f38AAAAAA8zMzADAwP8Af39/AAAAAAAAAAAAAAAAAAAAAAAAAAAAIQAAABgAAAAUAAAAZQwAAEMDAAD+DgAALwYAABAgAAAmAAAACAAAAP//////////"/>
              </a:ext>
            </a:extLst>
          </p:cNvSpPr>
          <p:nvPr/>
        </p:nvSpPr>
        <p:spPr>
          <a:xfrm>
            <a:off x="2014855" y="530225"/>
            <a:ext cx="422275" cy="474980"/>
          </a:xfrm>
          <a:prstGeom prst="rect">
            <a:avLst/>
          </a:prstGeom>
          <a:solidFill>
            <a:schemeClr val="folHlink"/>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6"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lU9yD////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C9hOmI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CAAAAAEAAAAAAAAAAAAAAAAAAAAAAAAAAAAAAAAAAAAAAAAAAAAAAAJ/f38AAAAAA8zMzADAwP8Af39/AAAAAAAAAAAAAAAAAAAAAAAAAAAAIQAAABgAAAAUAAAAqw4AAEMDAADvEAAALwYAABAgAAAmAAAACAAAAP//////////"/>
              </a:ext>
            </a:extLst>
          </p:cNvSpPr>
          <p:nvPr/>
        </p:nvSpPr>
        <p:spPr>
          <a:xfrm>
            <a:off x="2384425" y="530225"/>
            <a:ext cx="368300" cy="474980"/>
          </a:xfrm>
          <a:prstGeom prst="rect">
            <a:avLst/>
          </a:prstGeom>
          <a:gradFill flip="none" rotWithShape="0">
            <a:gsLst>
              <a:gs pos="0">
                <a:schemeClr val="folHlink"/>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7" name="Rectangle 6"/>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CAVjwQ4AAAAAAAAAAAAAAAAAAAAAAAAAAAAAAAAAAAAAeAAAAAEAAABAAAAAZAAAAJ3///+V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I+PC8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AQAAAAcAAAAAAAAAAAAAAAAAAAAAAAAAAAAAAAAAAAAAAAAAAAAAAAJ/f38AAAAAA8zMzADAwP8Af39/AAAAAAAAAAAAAAAAAAAAAAAAAAAAIQAAABgAAAAUAAAA2AkAANACAABLDQAAaQUAABAgAAAmAAAACAAAAP//////////"/>
              </a:ext>
            </a:extLst>
          </p:cNvSpPr>
          <p:nvPr/>
        </p:nvSpPr>
        <p:spPr>
          <a:xfrm>
            <a:off x="1600200" y="457200"/>
            <a:ext cx="560705" cy="422275"/>
          </a:xfrm>
          <a:prstGeom prst="rect">
            <a:avLst/>
          </a:prstGeom>
          <a:gradFill flip="none" rotWithShape="0">
            <a:gsLst>
              <a:gs pos="0">
                <a:schemeClr val="bg1"/>
              </a:gs>
              <a:gs pos="100000">
                <a:schemeClr val="hlink"/>
              </a:gs>
            </a:gsLst>
            <a:lin ang="1890000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8" name="Rectangle 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5+bmCv///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FMbk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wAAAAEAAAAAAAAAAAAAAAAAAAAAAAAAAAAAAAAAAAAAAAAAAAAAAAJ/f38AAAAAA8zMzADAwP8Af39/AAAAAAAAAAAAAAAAAAAAAAAAAAAAIQAAABgAAAAUAAAAwA0AAAAAAADyDQAAegYAABAgAAAmAAAACAAAAP//////////"/>
              </a:ext>
            </a:extLst>
          </p:cNvSpPr>
          <p:nvPr/>
        </p:nvSpPr>
        <p:spPr>
          <a:xfrm>
            <a:off x="2235200" y="0"/>
            <a:ext cx="31750" cy="1052830"/>
          </a:xfrm>
          <a:prstGeom prst="rect">
            <a:avLst/>
          </a:prstGeom>
          <a:solidFill>
            <a:schemeClr val="bg2"/>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9" name="Rectangle 8"/>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5+bmCv///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QtRkY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AwAAAAEAAAAAAAAAAAAAAAAAAAAAAAAAAAAAAAAAAAAAAAAAAAAAAAJ/f38AAAAAA8zMzADAwP8Af39/AAAAAAAAAAAAAAAAAAAAAAAAAAAAIQAAABgAAAAUAAAAGgwAAEgDAAC1PgAAegMAABAgAAAmAAAACAAAAP//////////"/>
              </a:ext>
            </a:extLst>
          </p:cNvSpPr>
          <p:nvPr/>
        </p:nvSpPr>
        <p:spPr>
          <a:xfrm>
            <a:off x="1967230" y="533400"/>
            <a:ext cx="8226425" cy="31750"/>
          </a:xfrm>
          <a:prstGeom prst="rect">
            <a:avLst/>
          </a:prstGeom>
          <a:gradFill flip="none" rotWithShape="0">
            <a:gsLst>
              <a:gs pos="0">
                <a:schemeClr val="bg2"/>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10" name="Rectangle 9"/>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EAAAAAAAAA////C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hHB4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QAAAAEAAAAAAAAAAAAAAAAAAAAAAAAAAAAAAAAAAAAAAAAAAAAAAAJ/f38AAAAAA8zMzADAwP8Af39/AAAAAAAAAAAAAAAAAAAAAAAAAAAAIQAAABgAAAAUAAAA6gQAAAgHAAClSQAAyScAABAgAAAmAAAACAAAAP//////////"/>
              </a:ext>
            </a:extLst>
          </p:cNvSpPr>
          <p:nvPr/>
        </p:nvSpPr>
        <p:spPr>
          <a:xfrm>
            <a:off x="798830" y="1143000"/>
            <a:ext cx="11172825" cy="5324475"/>
          </a:xfrm>
          <a:prstGeom prst="rect">
            <a:avLst/>
          </a:prstGeom>
          <a:solidFill>
            <a:schemeClr val="bg1"/>
          </a:solidFill>
          <a:ln>
            <a:noFill/>
          </a:ln>
          <a:effectLst/>
        </p:spPr>
        <p:txBody>
          <a:bodyPr vert="horz" wrap="squar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000" b="0" i="0" cap="none" baseline="0"/>
              <a:t>The stations on a wireless ALOHA network are a maximum of 600 km apart. If we assume that signals propagate at 3 × 10</a:t>
            </a:r>
            <a:r>
              <a:rPr lang="en-US" sz="2000" b="0" i="0" cap="none"/>
              <a:t>8</a:t>
            </a:r>
            <a:r>
              <a:rPr lang="en-US" sz="2000" b="0" i="0" cap="none" baseline="0"/>
              <a:t> m/s,  we find  </a:t>
            </a:r>
          </a:p>
          <a:p>
            <a:pPr>
              <a:defRPr lang="en-US"/>
            </a:pPr>
            <a:r>
              <a:rPr lang="en-US" sz="2000" i="0" cap="none" baseline="0">
                <a:solidFill>
                  <a:schemeClr val="folHlink"/>
                </a:solidFill>
              </a:rPr>
              <a:t>T</a:t>
            </a:r>
            <a:r>
              <a:rPr lang="en-US" sz="2000" i="0" cap="none">
                <a:solidFill>
                  <a:schemeClr val="folHlink"/>
                </a:solidFill>
              </a:rPr>
              <a:t>p </a:t>
            </a:r>
            <a:r>
              <a:rPr lang="en-US" sz="2000" i="0" cap="none" baseline="0">
                <a:solidFill>
                  <a:schemeClr val="folHlink"/>
                </a:solidFill>
              </a:rPr>
              <a:t>= (6 × 10</a:t>
            </a:r>
            <a:r>
              <a:rPr lang="en-US" sz="2000" i="0" cap="none">
                <a:solidFill>
                  <a:schemeClr val="folHlink"/>
                </a:solidFill>
              </a:rPr>
              <a:t>5</a:t>
            </a:r>
            <a:r>
              <a:rPr lang="en-US" sz="2000" i="0" cap="none" baseline="0">
                <a:solidFill>
                  <a:schemeClr val="folHlink"/>
                </a:solidFill>
              </a:rPr>
              <a:t> ) / (3 × 10</a:t>
            </a:r>
            <a:r>
              <a:rPr lang="en-US" sz="2000" i="0" cap="none">
                <a:solidFill>
                  <a:schemeClr val="folHlink"/>
                </a:solidFill>
              </a:rPr>
              <a:t>8</a:t>
            </a:r>
            <a:r>
              <a:rPr lang="en-US" sz="2000" i="0" cap="none" baseline="0">
                <a:solidFill>
                  <a:schemeClr val="folHlink"/>
                </a:solidFill>
              </a:rPr>
              <a:t> ) = 2 ms.</a:t>
            </a:r>
            <a:endParaRPr lang="en-US" sz="2000" i="0" cap="none" baseline="0"/>
          </a:p>
          <a:p>
            <a:pPr>
              <a:defRPr lang="en-US"/>
            </a:pPr>
            <a:endParaRPr lang="en-US" sz="2000" b="0" i="0" cap="none" baseline="0"/>
          </a:p>
          <a:p>
            <a:pPr>
              <a:defRPr lang="en-US"/>
            </a:pPr>
            <a:r>
              <a:rPr lang="en-US" sz="2000" b="0" i="0" cap="none" baseline="0"/>
              <a:t>Now we can find the value of T</a:t>
            </a:r>
            <a:r>
              <a:rPr lang="en-US" sz="2000" b="0" i="0" cap="none"/>
              <a:t>B</a:t>
            </a:r>
            <a:r>
              <a:rPr lang="en-US" sz="2000" b="0" i="0" cap="none" baseline="0"/>
              <a:t> for different values of  K .</a:t>
            </a:r>
          </a:p>
          <a:p>
            <a:pPr>
              <a:defRPr lang="en-US"/>
            </a:pPr>
            <a:endParaRPr lang="en-US" sz="2000" b="0" i="0" cap="none" baseline="0"/>
          </a:p>
          <a:p>
            <a:pPr marL="457200" indent="-457200">
              <a:buAutoNum type="alphaLcPeriod"/>
              <a:defRPr lang="en-US"/>
            </a:pPr>
            <a:r>
              <a:rPr lang="en-US" sz="2000" b="0" i="0" cap="none" baseline="0"/>
              <a:t>For K = 1, the range is {0, 1}. The station needs to generate a random number with a value of 0 or 1. This      means that T</a:t>
            </a:r>
            <a:r>
              <a:rPr lang="en-US" sz="2000" b="0" i="0" cap="none"/>
              <a:t>B</a:t>
            </a:r>
            <a:r>
              <a:rPr lang="en-US" sz="2000" b="0" i="0" cap="none" baseline="0"/>
              <a:t> is either 0 ms (0 × 2) or 2 ms (1 × 2), based on the outcome of the random variable.</a:t>
            </a:r>
          </a:p>
          <a:p>
            <a:pPr marL="457200" indent="-457200">
              <a:buAutoNum type="alphaLcPeriod"/>
              <a:defRPr lang="en-US"/>
            </a:pPr>
            <a:endParaRPr lang="en-US" sz="2000" b="0" i="0" cap="none" baseline="0"/>
          </a:p>
          <a:p>
            <a:pPr marL="457200" indent="-457200">
              <a:buAutoNum type="alphaLcPeriod"/>
              <a:defRPr lang="en-US"/>
            </a:pPr>
            <a:r>
              <a:rPr lang="en-US" sz="2000" b="0" i="0" cap="none" baseline="0"/>
              <a:t>For K = 2, the range is {0, 1, 2, 3}. This means that T</a:t>
            </a:r>
            <a:r>
              <a:rPr lang="en-US" sz="2000" b="0" i="0" cap="none"/>
              <a:t>B  </a:t>
            </a:r>
            <a:r>
              <a:rPr lang="en-US" sz="2000" b="0" i="0" cap="none" baseline="0"/>
              <a:t>can be 0, 2, 4, or 6 ms, based on the outcome of the      random variable.</a:t>
            </a:r>
          </a:p>
          <a:p>
            <a:pPr marL="457200" indent="-457200">
              <a:buAutoNum type="alphaLcPeriod"/>
              <a:defRPr lang="en-US"/>
            </a:pPr>
            <a:endParaRPr lang="en-US" sz="2000" b="0" i="0" cap="none" baseline="0"/>
          </a:p>
          <a:p>
            <a:pPr marL="457200" indent="-457200">
              <a:buAutoNum type="alphaLcPeriod"/>
              <a:defRPr lang="en-US"/>
            </a:pPr>
            <a:r>
              <a:rPr lang="en-US" sz="2000" b="0" i="0" cap="none" baseline="0"/>
              <a:t>For K = 3, the range is {0, 1, 2, 3, 4, 5, 6, 7}. This means that T</a:t>
            </a:r>
            <a:r>
              <a:rPr lang="en-US" sz="2000" b="0" i="0" cap="none"/>
              <a:t>B</a:t>
            </a:r>
            <a:r>
              <a:rPr lang="en-US" sz="2000" b="0" i="0" cap="none" baseline="0"/>
              <a:t> can be 0, 2, 4, . . . , 14 ms, based on the outcome of the random variable.</a:t>
            </a:r>
          </a:p>
          <a:p>
            <a:pPr marL="457200" indent="-457200">
              <a:buAutoNum type="alphaLcPeriod"/>
              <a:defRPr lang="en-US"/>
            </a:pPr>
            <a:endParaRPr lang="en-US" sz="2000" b="0" i="0" cap="none" baseline="0"/>
          </a:p>
          <a:p>
            <a:pPr marL="457200" indent="-457200">
              <a:buAutoNum type="alphaLcPeriod"/>
              <a:defRPr lang="en-US"/>
            </a:pPr>
            <a:r>
              <a:rPr lang="en-US" sz="2000" b="0" i="0" cap="none" baseline="0"/>
              <a:t>We need to mention that if K &gt; 10, it is normally set to 10.</a:t>
            </a:r>
          </a:p>
        </p:txBody>
      </p:sp>
      <p:sp>
        <p:nvSpPr>
          <p:cNvPr id="11" name="Text Box 10"/>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w+PH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BAAAAAAAACyHAAAmQMAABAgAAAmAAAACAAAAP//////////"/>
              </a:ext>
            </a:extLst>
          </p:cNvSpPr>
          <p:nvPr/>
        </p:nvSpPr>
        <p:spPr>
          <a:xfrm>
            <a:off x="2667000" y="0"/>
            <a:ext cx="1997710" cy="584835"/>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3200" cap="none" baseline="0">
                <a:solidFill>
                  <a:schemeClr val="hlink"/>
                </a:solidFill>
              </a:rPr>
              <a:t>Example 1</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ide Number 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QwMj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CAAAB/AAAA"/>
              </a:ext>
            </a:extLst>
          </p:cNvSpPr>
          <p:nvPr>
            <p:ph type="sldNum" sz="quarter" idx="12"/>
          </p:nvPr>
        </p:nvSpPr>
        <p:spPr>
          <a:noFill/>
        </p:spPr>
        <p:txBody>
          <a:bodyP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000" i="0" cap="none" baseline="0">
                <a:solidFill>
                  <a:schemeClr val="bg2"/>
                </a:solidFill>
                <a:latin typeface="Arial" pitchFamily="2" charset="0"/>
                <a:ea typeface="Calibri" pitchFamily="2" charset="0"/>
                <a:cs typeface="Calibri" pitchFamily="2" charset="0"/>
              </a:rPr>
              <a:t>12.</a:t>
            </a:r>
            <a:fld id="{1DB588F3-BDF0-E07E-BE0D-4B2BC643481E}" type="slidenum">
              <a:rPr lang="en-US" sz="2000" i="0" cap="none" baseline="0">
                <a:solidFill>
                  <a:schemeClr val="bg2"/>
                </a:solidFill>
                <a:latin typeface="Arial" pitchFamily="2" charset="0"/>
                <a:ea typeface="Calibri" pitchFamily="2" charset="0"/>
                <a:cs typeface="Calibri" pitchFamily="2" charset="0"/>
              </a:rPr>
              <a:pPr>
                <a:defRPr lang="en-US"/>
              </a:pPr>
              <a:t>14</a:t>
            </a:fld>
            <a:endParaRPr lang="en-US" sz="2000" i="0" cap="none" baseline="0">
              <a:solidFill>
                <a:schemeClr val="bg2"/>
              </a:solidFill>
              <a:latin typeface="Arial" pitchFamily="2" charset="0"/>
              <a:ea typeface="Calibri" pitchFamily="2" charset="0"/>
              <a:cs typeface="Calibri" pitchFamily="2" charset="0"/>
            </a:endParaRPr>
          </a:p>
        </p:txBody>
      </p:sp>
      <p:sp>
        <p:nvSpPr>
          <p:cNvPr id="3" name="Rectangl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M8z/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8z/AAAAAAEAAAAAAAAAAAAAAAAAAAAAAAAAAAAAAAAAAAAAAAAAAAAAAAJ/f38AAAAAA8zMzADAwP8Af39/AAAAAAAAAAAAAAAAAAAAAAAAAAAAIQAAABgAAAAUAAAAYAkAAAAAAACgQQAAowMAABAgAAAmAAAACAAAAP//////////"/>
              </a:ext>
            </a:extLst>
          </p:cNvSpPr>
          <p:nvPr/>
        </p:nvSpPr>
        <p:spPr>
          <a:xfrm>
            <a:off x="1524000" y="0"/>
            <a:ext cx="9144000" cy="591185"/>
          </a:xfrm>
          <a:prstGeom prst="rect">
            <a:avLst/>
          </a:prstGeom>
          <a:solidFill>
            <a:srgbClr val="33CCFF"/>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defRPr lang="en-US"/>
            </a:pPr>
            <a:endParaRPr lang="en-US" sz="3200" cap="none">
              <a:effectLst>
                <a:outerShdw dist="63500" dir="3600000" algn="tl" rotWithShape="0">
                  <a:srgbClr val="000000">
                    <a:alpha val="40000"/>
                  </a:srgbClr>
                </a:outerShdw>
              </a:effectLst>
            </a:endParaRPr>
          </a:p>
        </p:txBody>
      </p:sp>
      <p:sp>
        <p:nvSpPr>
          <p:cNvPr id="4" name="Text Box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QoAAAsAAAARNgAAowMAABAgAAAmAAAACAAAAP//////////"/>
              </a:ext>
            </a:extLst>
          </p:cNvSpPr>
          <p:nvPr/>
        </p:nvSpPr>
        <p:spPr>
          <a:xfrm>
            <a:off x="1626235" y="6985"/>
            <a:ext cx="7162800" cy="584200"/>
          </a:xfrm>
          <a:prstGeom prst="rect">
            <a:avLst/>
          </a:prstGeom>
          <a:noFill/>
          <a:ln>
            <a:noFill/>
          </a:ln>
          <a:effectLst/>
        </p:spPr>
        <p:txBody>
          <a:bodyPr vert="horz" wrap="square" lIns="91440" tIns="45720" rIns="91440" bIns="45720" numCol="1" spcCol="215900" anchor="t"/>
          <a:lstStyle/>
          <a:p>
            <a:pPr>
              <a:defRPr lang="en-US"/>
            </a:pPr>
            <a:r>
              <a:rPr lang="en-US" sz="3200" cap="none">
                <a:effectLst>
                  <a:outerShdw dist="63500" dir="3600000" algn="tl" rotWithShape="0">
                    <a:srgbClr val="000000">
                      <a:alpha val="40000"/>
                    </a:srgbClr>
                  </a:outerShdw>
                </a:effectLst>
                <a:latin typeface="Times" charset="0"/>
                <a:ea typeface="Calibri" pitchFamily="2" charset="0"/>
                <a:cs typeface="Calibri" pitchFamily="2" charset="0"/>
              </a:rPr>
              <a:t>Vulnerable time for </a:t>
            </a:r>
            <a:r>
              <a:rPr lang="en-US" sz="3200" cap="none">
                <a:latin typeface="Times-BoldItalic" charset="0"/>
                <a:ea typeface="Calibri" pitchFamily="2" charset="0"/>
                <a:cs typeface="Calibri" pitchFamily="2" charset="0"/>
              </a:rPr>
              <a:t>Pure ALOHA…</a:t>
            </a:r>
            <a:endParaRPr lang="en-US" sz="3200" cap="none">
              <a:effectLst>
                <a:outerShdw dist="63500" dir="3600000" algn="tl" rotWithShape="0">
                  <a:srgbClr val="000000">
                    <a:alpha val="40000"/>
                  </a:srgbClr>
                </a:outerShdw>
              </a:effectLst>
              <a:latin typeface="Times" charset="0"/>
              <a:ea typeface="Calibri" pitchFamily="2" charset="0"/>
              <a:cs typeface="Calibri" pitchFamily="2" charset="0"/>
            </a:endParaRPr>
          </a:p>
        </p:txBody>
      </p:sp>
      <p:sp>
        <p:nvSpPr>
          <p:cNvPr id="5" name="Text 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ZmZW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DwAAGAnAAAiPQAAoikAABAgAAAmAAAACAAAAP//////////"/>
              </a:ext>
            </a:extLst>
          </p:cNvSpPr>
          <p:nvPr/>
        </p:nvSpPr>
        <p:spPr>
          <a:xfrm>
            <a:off x="9753600" y="6400800"/>
            <a:ext cx="184150" cy="367030"/>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endParaRPr lang="en-US" sz="1800" i="0" cap="none" baseline="0"/>
          </a:p>
        </p:txBody>
      </p:sp>
      <p:sp>
        <p:nvSpPr>
          <p:cNvPr id="6"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E0Om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GgAAAI0FAABWJgAAmysAABAgAAAmAAAACAAAAP//////////"/>
              </a:ext>
            </a:extLst>
          </p:cNvSpPr>
          <p:nvPr/>
        </p:nvSpPr>
        <p:spPr>
          <a:xfrm>
            <a:off x="16510" y="902335"/>
            <a:ext cx="6215380" cy="6186170"/>
          </a:xfrm>
          <a:prstGeom prst="rect">
            <a:avLst/>
          </a:prstGeom>
          <a:noFill/>
          <a:ln>
            <a:noFill/>
          </a:ln>
          <a:effectLst/>
        </p:spPr>
        <p:txBody>
          <a:bodyPr vert="horz" wrap="square" lIns="91440" tIns="45720" rIns="91440" bIns="45720" numCol="1" spcCol="215900" anchor="ctr"/>
          <a:lstStyle/>
          <a:p>
            <a:pPr marL="285750" indent="-285750" algn="just">
              <a:buFont typeface="Arial" pitchFamily="2" charset="0"/>
              <a:buChar char="•"/>
              <a:defRPr lang="en-US"/>
            </a:pPr>
            <a:r>
              <a:rPr lang="en-US" sz="2000" cap="none">
                <a:latin typeface="Times-BoldItalic" charset="0"/>
                <a:ea typeface="Calibri" pitchFamily="2" charset="0"/>
                <a:cs typeface="Calibri" pitchFamily="2" charset="0"/>
              </a:rPr>
              <a:t>Vulnerable time:  T</a:t>
            </a:r>
            <a:r>
              <a:rPr lang="en-US" sz="2000" cap="none">
                <a:latin typeface="Times-Roman" charset="0"/>
                <a:ea typeface="Calibri" pitchFamily="2" charset="0"/>
                <a:cs typeface="Calibri" pitchFamily="2" charset="0"/>
              </a:rPr>
              <a:t>he length of time in which there is a possibility of collision.</a:t>
            </a:r>
          </a:p>
          <a:p>
            <a:pPr marL="285750" indent="-285750" algn="just">
              <a:buFont typeface="Arial" pitchFamily="2" charset="0"/>
              <a:buChar char="•"/>
              <a:defRPr lang="en-US"/>
            </a:pPr>
            <a:endParaRPr lang="en-US" sz="20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2000" cap="none">
                <a:latin typeface="Times-Roman" charset="0"/>
                <a:ea typeface="Calibri" pitchFamily="2" charset="0"/>
                <a:cs typeface="Calibri" pitchFamily="2" charset="0"/>
              </a:rPr>
              <a:t>Stations send fixed-length frames with each frame taking </a:t>
            </a:r>
            <a:r>
              <a:rPr lang="en-US" sz="2000" cap="none">
                <a:latin typeface="Times-Italic" charset="0"/>
                <a:ea typeface="Calibri" pitchFamily="2" charset="0"/>
                <a:cs typeface="Calibri" pitchFamily="2" charset="0"/>
              </a:rPr>
              <a:t>Tfr </a:t>
            </a:r>
            <a:r>
              <a:rPr lang="en-US" sz="2000" cap="none">
                <a:latin typeface="Times-Roman" charset="0"/>
                <a:ea typeface="Calibri" pitchFamily="2" charset="0"/>
                <a:cs typeface="Calibri" pitchFamily="2" charset="0"/>
              </a:rPr>
              <a:t>seconds to send. Figure shows the vulnerable time for station B.</a:t>
            </a:r>
          </a:p>
          <a:p>
            <a:pPr marL="285750" indent="-285750" algn="just">
              <a:buFont typeface="Arial" pitchFamily="2" charset="0"/>
              <a:buChar char="•"/>
              <a:defRPr lang="en-US"/>
            </a:pPr>
            <a:endParaRPr lang="en-US" sz="20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2000" cap="none">
                <a:latin typeface="Times-Roman" charset="0"/>
                <a:ea typeface="Calibri" pitchFamily="2" charset="0"/>
                <a:cs typeface="Calibri" pitchFamily="2" charset="0"/>
              </a:rPr>
              <a:t>Station B starts to send a frame at time </a:t>
            </a:r>
            <a:r>
              <a:rPr lang="en-US" sz="2000" cap="none">
                <a:latin typeface="Times-Italic" charset="0"/>
                <a:ea typeface="Calibri" pitchFamily="2" charset="0"/>
                <a:cs typeface="Calibri" pitchFamily="2" charset="0"/>
              </a:rPr>
              <a:t>t</a:t>
            </a:r>
            <a:r>
              <a:rPr lang="en-US" sz="2000" cap="none">
                <a:latin typeface="Times-Roman" charset="0"/>
                <a:ea typeface="Calibri" pitchFamily="2" charset="0"/>
                <a:cs typeface="Calibri" pitchFamily="2" charset="0"/>
              </a:rPr>
              <a:t>. Now imagine station A has started to send its frame after </a:t>
            </a:r>
            <a:r>
              <a:rPr lang="en-US" sz="2000" cap="none">
                <a:latin typeface="Times-Italic" charset="0"/>
                <a:ea typeface="Calibri" pitchFamily="2" charset="0"/>
                <a:cs typeface="Calibri" pitchFamily="2" charset="0"/>
              </a:rPr>
              <a:t>t -Tfr. </a:t>
            </a:r>
            <a:r>
              <a:rPr lang="en-US" sz="2000" cap="none">
                <a:latin typeface="Times-Roman" charset="0"/>
                <a:ea typeface="Calibri" pitchFamily="2" charset="0"/>
                <a:cs typeface="Calibri" pitchFamily="2" charset="0"/>
              </a:rPr>
              <a:t>This leads to a collision between the frames from station B and station A. </a:t>
            </a:r>
          </a:p>
          <a:p>
            <a:pPr marL="285750" indent="-285750" algn="just">
              <a:buFont typeface="Arial" pitchFamily="2" charset="0"/>
              <a:buChar char="•"/>
              <a:defRPr lang="en-US"/>
            </a:pPr>
            <a:endParaRPr lang="en-US" sz="20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2000" cap="none">
                <a:latin typeface="Times-Roman" charset="0"/>
                <a:ea typeface="Calibri" pitchFamily="2" charset="0"/>
                <a:cs typeface="Calibri" pitchFamily="2" charset="0"/>
              </a:rPr>
              <a:t>On the other hand, suppose that station C starts to send a frame before time </a:t>
            </a:r>
            <a:r>
              <a:rPr lang="en-US" sz="2000" cap="none">
                <a:latin typeface="Times-Italic" charset="0"/>
                <a:ea typeface="Calibri" pitchFamily="2" charset="0"/>
                <a:cs typeface="Calibri" pitchFamily="2" charset="0"/>
              </a:rPr>
              <a:t>t </a:t>
            </a:r>
            <a:r>
              <a:rPr lang="en-US" sz="2000" cap="none">
                <a:latin typeface="Symbol" pitchFamily="1" charset="2"/>
                <a:ea typeface="Calibri" pitchFamily="2" charset="0"/>
                <a:cs typeface="Calibri" pitchFamily="2" charset="0"/>
              </a:rPr>
              <a:t>+ </a:t>
            </a:r>
            <a:r>
              <a:rPr lang="en-US" sz="2000" cap="none">
                <a:latin typeface="Times-Italic" charset="0"/>
                <a:ea typeface="Calibri" pitchFamily="2" charset="0"/>
                <a:cs typeface="Calibri" pitchFamily="2" charset="0"/>
              </a:rPr>
              <a:t>Tfr. </a:t>
            </a:r>
            <a:r>
              <a:rPr lang="en-US" sz="2000" cap="none">
                <a:latin typeface="Times-Roman" charset="0"/>
                <a:ea typeface="Calibri" pitchFamily="2" charset="0"/>
                <a:cs typeface="Calibri" pitchFamily="2" charset="0"/>
              </a:rPr>
              <a:t>Here, there is also a collision between frames from station B and station C.</a:t>
            </a:r>
          </a:p>
          <a:p>
            <a:pPr marL="285750" indent="-285750" algn="just">
              <a:buFont typeface="Arial" pitchFamily="2" charset="0"/>
              <a:buChar char="•"/>
              <a:defRPr lang="en-US"/>
            </a:pPr>
            <a:endParaRPr lang="en-US" sz="20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2000" cap="none">
                <a:latin typeface="Times-Roman" charset="0"/>
                <a:ea typeface="Calibri" pitchFamily="2" charset="0"/>
                <a:cs typeface="Calibri" pitchFamily="2" charset="0"/>
              </a:rPr>
              <a:t>The vulnerable time during which a collision may occur in pure ALOHA is 2 times the frame transmission time.</a:t>
            </a:r>
          </a:p>
          <a:p>
            <a:pPr>
              <a:defRPr lang="en-US"/>
            </a:pPr>
            <a:endParaRPr lang="en-US" sz="3600" cap="none">
              <a:effectLst>
                <a:outerShdw dist="63500" dir="3600000" algn="tl" rotWithShape="0">
                  <a:srgbClr val="000000">
                    <a:alpha val="40000"/>
                  </a:srgbClr>
                </a:outerShdw>
              </a:effectLst>
            </a:endParaRPr>
          </a:p>
        </p:txBody>
      </p:sp>
      <p:pic>
        <p:nvPicPr>
          <p:cNvPr id="7" name="Picture 2"/>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DEVhE9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LgsAAAvIgAAgkgAALslAAAQAAAAJgAAAAgAAAD//////////w=="/>
              </a:ext>
            </a:extLst>
          </p:cNvPicPr>
          <p:nvPr/>
        </p:nvPicPr>
        <p:blipFill>
          <a:blip r:embed="rId3"/>
          <a:stretch>
            <a:fillRect/>
          </a:stretch>
        </p:blipFill>
        <p:spPr>
          <a:xfrm>
            <a:off x="7269480" y="5556885"/>
            <a:ext cx="4517390" cy="576580"/>
          </a:xfrm>
          <a:prstGeom prst="rect">
            <a:avLst/>
          </a:prstGeom>
          <a:noFill/>
          <a:ln>
            <a:noFill/>
          </a:ln>
          <a:effectLst/>
        </p:spPr>
      </p:pic>
      <p:pic>
        <p:nvPicPr>
          <p:cNvPr id="8" name="Picture 8"/>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onAAA7BgAA2UoAACYdAAAQAAAAJgAAAAgAAAD//////////w=="/>
              </a:ext>
            </a:extLst>
          </p:cNvPicPr>
          <p:nvPr/>
        </p:nvPicPr>
        <p:blipFill>
          <a:blip r:embed="rId4"/>
          <a:stretch>
            <a:fillRect/>
          </a:stretch>
        </p:blipFill>
        <p:spPr>
          <a:xfrm>
            <a:off x="6366510" y="1012825"/>
            <a:ext cx="5800725" cy="3725545"/>
          </a:xfrm>
          <a:prstGeom prst="rect">
            <a:avLst/>
          </a:prstGeom>
          <a:noFill/>
          <a:ln>
            <a:noFill/>
          </a:ln>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CAAAB/AAAA"/>
              </a:ext>
            </a:extLst>
          </p:cNvSpPr>
          <p:nvPr>
            <p:ph type="sldNum" sz="quarter" idx="12"/>
          </p:nvPr>
        </p:nvSpPr>
        <p:spPr>
          <a:noFill/>
        </p:spPr>
        <p:txBody>
          <a:bodyP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000" i="0" cap="none" baseline="0">
                <a:solidFill>
                  <a:schemeClr val="bg2"/>
                </a:solidFill>
                <a:latin typeface="Arial" pitchFamily="2" charset="0"/>
                <a:ea typeface="Calibri" pitchFamily="2" charset="0"/>
                <a:cs typeface="Calibri" pitchFamily="2" charset="0"/>
              </a:rPr>
              <a:t>12.</a:t>
            </a:r>
            <a:fld id="{1DB5A660-2EF0-E050-BE0D-D805E843488D}" type="slidenum">
              <a:rPr lang="en-US" sz="2000" i="0" cap="none" baseline="0">
                <a:solidFill>
                  <a:schemeClr val="bg2"/>
                </a:solidFill>
                <a:latin typeface="Arial" pitchFamily="2" charset="0"/>
                <a:ea typeface="Calibri" pitchFamily="2" charset="0"/>
                <a:cs typeface="Calibri" pitchFamily="2" charset="0"/>
              </a:rPr>
              <a:pPr>
                <a:defRPr lang="en-US"/>
              </a:pPr>
              <a:t>15</a:t>
            </a:fld>
            <a:endParaRPr lang="en-US" sz="2000" i="0" cap="none" baseline="0">
              <a:solidFill>
                <a:schemeClr val="bg2"/>
              </a:solidFill>
              <a:latin typeface="Arial" pitchFamily="2" charset="0"/>
              <a:ea typeface="Calibri" pitchFamily="2" charset="0"/>
              <a:cs typeface="Calibri" pitchFamily="2" charset="0"/>
            </a:endParaRPr>
          </a:p>
        </p:txBody>
      </p:sp>
      <p:sp>
        <p:nvSpPr>
          <p:cNvPr id="3" name="Rectangl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7X0xDf///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gAAAAEAAAAAAAAAAAAAAAAAAAAAAAAAAAAAAAAAAAAAAAAAAAAAAAJ/f38AAAAAA8zMzADAwP8Af39/AAAAAAAAAAAAAAAAAAAAAAAAAAAAIQAAABgAAAAUAAAAogsAAKoAAABUDgAAlgMAABAgAAAmAAAACAAAAP//////////"/>
              </a:ext>
            </a:extLst>
          </p:cNvSpPr>
          <p:nvPr/>
        </p:nvSpPr>
        <p:spPr>
          <a:xfrm>
            <a:off x="1891030" y="107950"/>
            <a:ext cx="438150" cy="474980"/>
          </a:xfrm>
          <a:prstGeom prst="rect">
            <a:avLst/>
          </a:prstGeom>
          <a:solidFill>
            <a:schemeClr val="accent2"/>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4" name="Rectangle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7X0xDf///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9vb28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BgAAAAEAAAAAAAAAAAAAAAAAAAAAAAAAAAAAAAAAAAAAAAAAAAAAAAJ/f38AAAAAA8zMzADAwP8Af39/AAAAAAAAAAAAAAAAAAAAAAAAAAAAIQAAABgAAAAUAAAA/A0AAKoAAAACEAAAlgMAABAgAAAmAAAACAAAAP//////////"/>
              </a:ext>
            </a:extLst>
          </p:cNvSpPr>
          <p:nvPr/>
        </p:nvSpPr>
        <p:spPr>
          <a:xfrm>
            <a:off x="2273300" y="107950"/>
            <a:ext cx="328930" cy="474980"/>
          </a:xfrm>
          <a:prstGeom prst="rect">
            <a:avLst/>
          </a:prstGeom>
          <a:gradFill flip="none" rotWithShape="0">
            <a:gsLst>
              <a:gs pos="0">
                <a:schemeClr val="accent2"/>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5" name="Rectangle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lU9y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9vb2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CAAAAAEAAAAAAAAAAAAAAAAAAAAAAAAAAAAAAAAAAAAAAAAAAAAAAAJ/f38AAAAAA8zMzADAwP8Af39/AAAAAAAAAAAAAAAAAAAAAAAAAAAAIQAAABgAAAAUAAAAZQwAAEMDAAD+DgAALwYAABAgAAAmAAAACAAAAP//////////"/>
              </a:ext>
            </a:extLst>
          </p:cNvSpPr>
          <p:nvPr/>
        </p:nvSpPr>
        <p:spPr>
          <a:xfrm>
            <a:off x="2014855" y="530225"/>
            <a:ext cx="422275" cy="474980"/>
          </a:xfrm>
          <a:prstGeom prst="rect">
            <a:avLst/>
          </a:prstGeom>
          <a:solidFill>
            <a:schemeClr val="folHlink"/>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6"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lU9yD////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CAAAAAEAAAAAAAAAAAAAAAAAAAAAAAAAAAAAAAAAAAAAAAAAAAAAAAJ/f38AAAAAA8zMzADAwP8Af39/AAAAAAAAAAAAAAAAAAAAAAAAAAAAIQAAABgAAAAUAAAAqw4AAEMDAADvEAAALwYAABAgAAAmAAAACAAAAP//////////"/>
              </a:ext>
            </a:extLst>
          </p:cNvSpPr>
          <p:nvPr/>
        </p:nvSpPr>
        <p:spPr>
          <a:xfrm>
            <a:off x="2384425" y="530225"/>
            <a:ext cx="368300" cy="474980"/>
          </a:xfrm>
          <a:prstGeom prst="rect">
            <a:avLst/>
          </a:prstGeom>
          <a:gradFill flip="none" rotWithShape="0">
            <a:gsLst>
              <a:gs pos="0">
                <a:schemeClr val="folHlink"/>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7" name="Rectangle 6"/>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CAVjwQ4AAAAAAAAAAAAAAAAAAAAAAAAAAAAAAAAAAAAAeAAAAAEAAABAAAAAZAAAAJ3///+V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AQAAAAcAAAAAAAAAAAAAAAAAAAAAAAAAAAAAAAAAAAAAAAAAAAAAAAJ/f38AAAAAA8zMzADAwP8Af39/AAAAAAAAAAAAAAAAAAAAAAAAAAAAIQAAABgAAAAUAAAA2AkAANACAABLDQAAaQUAABAgAAAmAAAACAAAAP//////////"/>
              </a:ext>
            </a:extLst>
          </p:cNvSpPr>
          <p:nvPr/>
        </p:nvSpPr>
        <p:spPr>
          <a:xfrm>
            <a:off x="1600200" y="457200"/>
            <a:ext cx="560705" cy="422275"/>
          </a:xfrm>
          <a:prstGeom prst="rect">
            <a:avLst/>
          </a:prstGeom>
          <a:gradFill flip="none" rotWithShape="0">
            <a:gsLst>
              <a:gs pos="0">
                <a:schemeClr val="bg1"/>
              </a:gs>
              <a:gs pos="100000">
                <a:schemeClr val="hlink"/>
              </a:gs>
            </a:gsLst>
            <a:lin ang="1890000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8" name="Rectangle 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5+bmCv///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wAAAAEAAAAAAAAAAAAAAAAAAAAAAAAAAAAAAAAAAAAAAAAAAAAAAAJ/f38AAAAAA8zMzADAwP8Af39/AAAAAAAAAAAAAAAAAAAAAAAAAAAAIQAAABgAAAAUAAAAwA0AAAAAAADyDQAAegYAABAgAAAmAAAACAAAAP//////////"/>
              </a:ext>
            </a:extLst>
          </p:cNvSpPr>
          <p:nvPr/>
        </p:nvSpPr>
        <p:spPr>
          <a:xfrm>
            <a:off x="2235200" y="0"/>
            <a:ext cx="31750" cy="1052830"/>
          </a:xfrm>
          <a:prstGeom prst="rect">
            <a:avLst/>
          </a:prstGeom>
          <a:solidFill>
            <a:schemeClr val="bg2"/>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9" name="Rectangle 8"/>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5+bmCv///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9vb28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AwAAAAEAAAAAAAAAAAAAAAAAAAAAAAAAAAAAAAAAAAAAAAAAAAAAAAJ/f38AAAAAA8zMzADAwP8Af39/AAAAAAAAAAAAAAAAAAAAAAAAAAAAIQAAABgAAAAUAAAAGgwAAEgDAAC1PgAAegMAABAgAAAmAAAACAAAAP//////////"/>
              </a:ext>
            </a:extLst>
          </p:cNvSpPr>
          <p:nvPr/>
        </p:nvSpPr>
        <p:spPr>
          <a:xfrm>
            <a:off x="1967230" y="533400"/>
            <a:ext cx="8226425" cy="31750"/>
          </a:xfrm>
          <a:prstGeom prst="rect">
            <a:avLst/>
          </a:prstGeom>
          <a:gradFill flip="none" rotWithShape="0">
            <a:gsLst>
              <a:gs pos="0">
                <a:schemeClr val="bg2"/>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10" name="Rectangle 9"/>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EAAAAAAAAA////C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QAAAAEAAAAAAAAAAAAAAAAAAAAAAAAAAAAAAAAAAAAAAAAAAAAAAAJ/f38AAAAAA8zMzADAwP8Af39/AAAAAAAAAAAAAAAAAAAAAAAAAAAAIQAAABgAAAAUAAAAKAUAAAgHAAAiRwAAJQwAABAgAAAmAAAACAAAAP//////////"/>
              </a:ext>
            </a:extLst>
          </p:cNvSpPr>
          <p:nvPr/>
        </p:nvSpPr>
        <p:spPr>
          <a:xfrm>
            <a:off x="838200" y="1143000"/>
            <a:ext cx="10725150" cy="831215"/>
          </a:xfrm>
          <a:prstGeom prst="rect">
            <a:avLst/>
          </a:prstGeom>
          <a:solidFill>
            <a:schemeClr val="bg1"/>
          </a:solidFill>
          <a:ln>
            <a:noFill/>
          </a:ln>
          <a:effectLst/>
        </p:spPr>
        <p:txBody>
          <a:bodyPr vert="horz" wrap="squar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just">
              <a:defRPr lang="en-US"/>
            </a:pPr>
            <a:r>
              <a:rPr lang="en-US" sz="2400" cap="none" baseline="0"/>
              <a:t>A pure ALOHA network transmits 200-bit frames on a shared channel of 200 kbps. What is the requirement to make this frame collision-free?</a:t>
            </a:r>
          </a:p>
        </p:txBody>
      </p:sp>
      <p:sp>
        <p:nvSpPr>
          <p:cNvPr id="11" name="Text Box 10"/>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BAAAAAAAACyHAAAmQMAABAgAAAmAAAACAAAAP//////////"/>
              </a:ext>
            </a:extLst>
          </p:cNvSpPr>
          <p:nvPr/>
        </p:nvSpPr>
        <p:spPr>
          <a:xfrm>
            <a:off x="2667000" y="0"/>
            <a:ext cx="1997710" cy="584835"/>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3200" cap="none" baseline="0">
                <a:solidFill>
                  <a:schemeClr val="hlink"/>
                </a:solidFill>
              </a:rPr>
              <a:t>Example 2</a:t>
            </a:r>
          </a:p>
        </p:txBody>
      </p:sp>
      <p:sp>
        <p:nvSpPr>
          <p:cNvPr id="12" name="Rectangle 11"/>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EAAAAAAAAA////C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QAAAAEAAAAAAAAAAAAAAAAAAAAAAAAAAAAAAAAAAAAAAAAAAAAAAAJ/f38AAAAAA8zMzADAwP8Af39/AAAAAAAAAAAAAAAAAAAAAAAAAAAAIQAAABgAAAAUAAAAoAUAAFgRAAAiRwAAFiQAABAgAAAmAAAACAAAAP//////////"/>
              </a:ext>
            </a:extLst>
          </p:cNvSpPr>
          <p:nvPr/>
        </p:nvSpPr>
        <p:spPr>
          <a:xfrm>
            <a:off x="914400" y="2819400"/>
            <a:ext cx="10648950" cy="3046730"/>
          </a:xfrm>
          <a:prstGeom prst="rect">
            <a:avLst/>
          </a:prstGeom>
          <a:solidFill>
            <a:schemeClr val="bg1"/>
          </a:solidFill>
          <a:ln>
            <a:noFill/>
          </a:ln>
          <a:effectLst/>
        </p:spPr>
        <p:txBody>
          <a:bodyPr vert="horz" wrap="squar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just">
              <a:defRPr lang="en-US"/>
            </a:pPr>
            <a:r>
              <a:rPr lang="en-US" sz="2400" b="0" cap="none" baseline="0">
                <a:solidFill>
                  <a:schemeClr val="hlink"/>
                </a:solidFill>
              </a:rPr>
              <a:t>Solution</a:t>
            </a:r>
          </a:p>
          <a:p>
            <a:pPr algn="just">
              <a:defRPr lang="en-US"/>
            </a:pPr>
            <a:r>
              <a:rPr lang="en-US" sz="2400" b="0" cap="none" baseline="0"/>
              <a:t>Average frame transmission time T</a:t>
            </a:r>
            <a:r>
              <a:rPr lang="en-US" sz="2400" b="0" cap="none"/>
              <a:t>fr</a:t>
            </a:r>
            <a:r>
              <a:rPr lang="en-US" sz="2400" b="0" cap="none" baseline="0"/>
              <a:t> is 200 bits/200 kbps or 1ms. </a:t>
            </a:r>
          </a:p>
          <a:p>
            <a:pPr algn="just">
              <a:defRPr lang="en-US"/>
            </a:pPr>
            <a:endParaRPr lang="en-US" sz="2400" b="0" cap="none" baseline="0"/>
          </a:p>
          <a:p>
            <a:pPr algn="just">
              <a:defRPr lang="en-US"/>
            </a:pPr>
            <a:r>
              <a:rPr lang="en-US" sz="2400" b="0" cap="none" baseline="0"/>
              <a:t>The vulnerable time is  2 × 1 ms = 2 ms. </a:t>
            </a:r>
          </a:p>
          <a:p>
            <a:pPr algn="just">
              <a:defRPr lang="en-US"/>
            </a:pPr>
            <a:endParaRPr lang="en-US" sz="2400" b="0" cap="none" baseline="0"/>
          </a:p>
          <a:p>
            <a:pPr algn="just">
              <a:defRPr lang="en-US"/>
            </a:pPr>
            <a:r>
              <a:rPr lang="en-US" sz="2400" b="0" cap="none" baseline="0"/>
              <a:t>This means no station should send later than 1ms before this station starts transmission and no station should start sending during the one 1-ms period that this station is sending.</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M8z/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9vb2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8z/AAAAAAEAAAAAAAAAAAAAAAAAAAAAAAAAAAAAAAAAAAAAAAAAAAAAAAJ/f38AAAAAA8zMzADAwP8Af39/AAAAAAAAAAAAAAAAAAAAAAAAAAAAIQAAABgAAAAUAAAAWwcAAAAAAACgQQAAAAUAABAgAAAmAAAACAAAAP//////////"/>
              </a:ext>
            </a:extLst>
          </p:cNvSpPr>
          <p:nvPr/>
        </p:nvSpPr>
        <p:spPr>
          <a:xfrm>
            <a:off x="1195705" y="0"/>
            <a:ext cx="9472295" cy="812800"/>
          </a:xfrm>
          <a:prstGeom prst="rect">
            <a:avLst/>
          </a:prstGeom>
          <a:solidFill>
            <a:srgbClr val="33CCFF"/>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defRPr lang="en-US"/>
            </a:pPr>
            <a:endParaRPr lang="en-US" sz="3200" cap="none">
              <a:effectLst>
                <a:outerShdw dist="63500" dir="3600000" algn="tl" rotWithShape="0">
                  <a:srgbClr val="000000">
                    <a:alpha val="40000"/>
                  </a:srgbClr>
                </a:outerShdw>
              </a:effectLst>
            </a:endParaRPr>
          </a:p>
        </p:txBody>
      </p:sp>
      <p:sp>
        <p:nvSpPr>
          <p:cNvPr id="3" name="Text Box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9vb2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QkAAIwAAACVNQAAJAQAABAgAAAmAAAACAAAAP//////////"/>
              </a:ext>
            </a:extLst>
          </p:cNvSpPr>
          <p:nvPr/>
        </p:nvSpPr>
        <p:spPr>
          <a:xfrm>
            <a:off x="1547495" y="88900"/>
            <a:ext cx="7162800" cy="584200"/>
          </a:xfrm>
          <a:prstGeom prst="rect">
            <a:avLst/>
          </a:prstGeom>
          <a:noFill/>
          <a:ln>
            <a:noFill/>
          </a:ln>
          <a:effectLst/>
        </p:spPr>
        <p:txBody>
          <a:bodyPr vert="horz" wrap="square" lIns="91440" tIns="45720" rIns="91440" bIns="45720" numCol="1" spcCol="215900" anchor="t"/>
          <a:lstStyle/>
          <a:p>
            <a:pPr>
              <a:defRPr lang="en-US"/>
            </a:pPr>
            <a:r>
              <a:rPr lang="en-US" sz="3200" cap="none">
                <a:effectLst>
                  <a:outerShdw dist="63500" dir="3600000" algn="tl" rotWithShape="0">
                    <a:srgbClr val="000000">
                      <a:alpha val="40000"/>
                    </a:srgbClr>
                  </a:outerShdw>
                </a:effectLst>
                <a:latin typeface="Times" charset="0"/>
                <a:ea typeface="Calibri" pitchFamily="2" charset="0"/>
                <a:cs typeface="Calibri" pitchFamily="2" charset="0"/>
              </a:rPr>
              <a:t>Throughput for </a:t>
            </a:r>
            <a:r>
              <a:rPr lang="en-US" sz="3200" cap="none">
                <a:latin typeface="Times-BoldItalic" charset="0"/>
                <a:ea typeface="Calibri" pitchFamily="2" charset="0"/>
                <a:cs typeface="Calibri" pitchFamily="2" charset="0"/>
              </a:rPr>
              <a:t>Pure ALOHA…</a:t>
            </a:r>
            <a:endParaRPr lang="en-US" sz="3200" cap="none">
              <a:effectLst>
                <a:outerShdw dist="63500" dir="3600000" algn="tl" rotWithShape="0">
                  <a:srgbClr val="000000">
                    <a:alpha val="40000"/>
                  </a:srgbClr>
                </a:outerShdw>
              </a:effectLst>
              <a:latin typeface="Times" charset="0"/>
              <a:ea typeface="Calibri" pitchFamily="2" charset="0"/>
              <a:cs typeface="Calibri" pitchFamily="2" charset="0"/>
            </a:endParaRPr>
          </a:p>
        </p:txBody>
      </p:sp>
      <p:sp>
        <p:nvSpPr>
          <p:cNvPr id="4" name="Text 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DwAAGAnAAAiPQAAoikAABAgAAAmAAAACAAAAP//////////"/>
              </a:ext>
            </a:extLst>
          </p:cNvSpPr>
          <p:nvPr/>
        </p:nvSpPr>
        <p:spPr>
          <a:xfrm>
            <a:off x="9753600" y="6400800"/>
            <a:ext cx="184150" cy="367030"/>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endParaRPr lang="en-US" sz="1800" i="0" cap="none" baseline="0"/>
          </a:p>
        </p:txBody>
      </p:sp>
      <p:sp>
        <p:nvSpPr>
          <p:cNvPr id="5"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9vb2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gEAAHMHAAA+SQAAwxoAABAgAAAmAAAACAAAAP//////////"/>
              </a:ext>
            </a:extLst>
          </p:cNvSpPr>
          <p:nvPr/>
        </p:nvSpPr>
        <p:spPr>
          <a:xfrm>
            <a:off x="285750" y="1210945"/>
            <a:ext cx="11620500" cy="3139440"/>
          </a:xfrm>
          <a:prstGeom prst="rect">
            <a:avLst/>
          </a:prstGeom>
          <a:noFill/>
          <a:ln>
            <a:noFill/>
          </a:ln>
          <a:effectLst/>
        </p:spPr>
        <p:txBody>
          <a:bodyPr vert="horz" wrap="square" lIns="91440" tIns="45720" rIns="91440" bIns="45720" numCol="1" spcCol="215900" anchor="ctr"/>
          <a:lstStyle/>
          <a:p>
            <a:pPr marL="285750" indent="-285750" algn="just">
              <a:buFont typeface="Arial" pitchFamily="2" charset="0"/>
              <a:buChar char="•"/>
              <a:defRPr lang="en-US"/>
            </a:pPr>
            <a:r>
              <a:rPr lang="en-US" cap="none"/>
              <a:t>G is the average number of frames generated by the system during one frame transmission time. Then it can be proven that the average number of successfully transmitted frames for pure ALOHA is S = G * e^-2G. </a:t>
            </a:r>
          </a:p>
          <a:p>
            <a:pPr marL="285750" indent="-285750" algn="just">
              <a:buFont typeface="Arial" pitchFamily="2" charset="0"/>
              <a:buChar char="•"/>
              <a:defRPr lang="en-US"/>
            </a:pPr>
            <a:endParaRPr lang="en-US" cap="none"/>
          </a:p>
          <a:p>
            <a:pPr marL="285750" indent="-285750" algn="just">
              <a:buFont typeface="Arial" pitchFamily="2" charset="0"/>
              <a:buChar char="•"/>
              <a:defRPr lang="en-US"/>
            </a:pPr>
            <a:r>
              <a:rPr lang="en-US" cap="none"/>
              <a:t>The maximum throughput Smax is 0.184, for G = 1/2. </a:t>
            </a:r>
          </a:p>
          <a:p>
            <a:pPr marL="285750" indent="-285750" algn="just">
              <a:buFont typeface="Arial" pitchFamily="2" charset="0"/>
              <a:buChar char="•"/>
              <a:defRPr lang="en-US"/>
            </a:pPr>
            <a:endParaRPr lang="en-US" cap="none"/>
          </a:p>
          <a:p>
            <a:pPr marL="285750" indent="-285750" algn="just">
              <a:buFont typeface="Arial" pitchFamily="2" charset="0"/>
              <a:buChar char="•"/>
              <a:defRPr lang="en-US"/>
            </a:pPr>
            <a:r>
              <a:rPr lang="en-US" cap="none"/>
              <a:t>In other words, if one-half a frame is generated during one frame transmission time (one frame during two frame transmission times), then 18.4 percent of these frames reach their destination successfully. </a:t>
            </a:r>
          </a:p>
          <a:p>
            <a:pPr marL="285750" indent="-285750" algn="just">
              <a:buFont typeface="Arial" pitchFamily="2" charset="0"/>
              <a:buChar char="•"/>
              <a:defRPr lang="en-US"/>
            </a:pPr>
            <a:endParaRPr lang="en-US" cap="none"/>
          </a:p>
          <a:p>
            <a:pPr marL="285750" indent="-285750" algn="just">
              <a:buFont typeface="Arial" pitchFamily="2" charset="0"/>
              <a:buChar char="•"/>
              <a:defRPr lang="en-US"/>
            </a:pPr>
            <a:r>
              <a:rPr lang="en-US" cap="none"/>
              <a:t>We expect G = 1/2 to produce the maximum throughput because the vulnerable time is 2 times the frame transmission time. Therefore, if a station generates only one frame in this vulnerable time (and no other stations generate a frame during this time), the frame will reach its destination successfully.</a:t>
            </a:r>
            <a:endParaRPr lang="en-US" sz="3600" cap="none">
              <a:effectLst>
                <a:outerShdw dist="63500" dir="3600000" algn="tl" rotWithShape="0">
                  <a:srgbClr val="000000">
                    <a:alpha val="40000"/>
                  </a:srgbClr>
                </a:outerShdw>
              </a:effectLst>
            </a:endParaRPr>
          </a:p>
        </p:txBody>
      </p:sp>
      <p:pic>
        <p:nvPicPr>
          <p:cNvPr id="6" name="Picture 3"/>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C8TAACBHQAAbjoAAJ4jAAAQAAAAJgAAAAgAAAD//////////w=="/>
              </a:ext>
            </a:extLst>
          </p:cNvPicPr>
          <p:nvPr/>
        </p:nvPicPr>
        <p:blipFill>
          <a:blip r:embed="rId3"/>
          <a:stretch>
            <a:fillRect/>
          </a:stretch>
        </p:blipFill>
        <p:spPr>
          <a:xfrm>
            <a:off x="3118485" y="4796155"/>
            <a:ext cx="6379845" cy="993775"/>
          </a:xfrm>
          <a:prstGeom prst="rect">
            <a:avLst/>
          </a:prstGeom>
          <a:noFill/>
          <a:ln>
            <a:noFill/>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CAAAB/AAAA"/>
              </a:ext>
            </a:extLst>
          </p:cNvSpPr>
          <p:nvPr>
            <p:ph type="sldNum" sz="quarter" idx="12"/>
          </p:nvPr>
        </p:nvSpPr>
        <p:spPr>
          <a:noFill/>
        </p:spPr>
        <p:txBody>
          <a:bodyP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000" i="0" cap="none" baseline="0">
                <a:solidFill>
                  <a:schemeClr val="bg2"/>
                </a:solidFill>
                <a:latin typeface="Arial" pitchFamily="2" charset="0"/>
                <a:ea typeface="Calibri" pitchFamily="2" charset="0"/>
                <a:cs typeface="Calibri" pitchFamily="2" charset="0"/>
              </a:rPr>
              <a:t>12.</a:t>
            </a:r>
            <a:fld id="{1DB5E8B5-FBF0-E01E-BE0D-0D4BA6434858}" type="slidenum">
              <a:rPr lang="en-US" sz="2000" i="0" cap="none" baseline="0">
                <a:solidFill>
                  <a:schemeClr val="bg2"/>
                </a:solidFill>
                <a:latin typeface="Arial" pitchFamily="2" charset="0"/>
                <a:ea typeface="Calibri" pitchFamily="2" charset="0"/>
                <a:cs typeface="Calibri" pitchFamily="2" charset="0"/>
              </a:rPr>
              <a:pPr>
                <a:defRPr lang="en-US"/>
              </a:pPr>
              <a:t>17</a:t>
            </a:fld>
            <a:endParaRPr lang="en-US" sz="2000" i="0" cap="none" baseline="0">
              <a:solidFill>
                <a:schemeClr val="bg2"/>
              </a:solidFill>
              <a:latin typeface="Arial" pitchFamily="2" charset="0"/>
              <a:ea typeface="Calibri" pitchFamily="2" charset="0"/>
              <a:cs typeface="Calibri" pitchFamily="2" charset="0"/>
            </a:endParaRPr>
          </a:p>
        </p:txBody>
      </p:sp>
      <p:sp>
        <p:nvSpPr>
          <p:cNvPr id="3" name="Rectangl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7X0xDf///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gAAAAEAAAAAAAAAAAAAAAAAAAAAAAAAAAAAAAAAAAAAAAAAAAAAAAJ/f38AAAAAA8zMzADAwP8Af39/AAAAAAAAAAAAAAAAAAAAAAAAAAAAIQAAABgAAAAUAAAAogsAAKoAAABUDgAAlgMAABAgAAAmAAAACAAAAP//////////"/>
              </a:ext>
            </a:extLst>
          </p:cNvSpPr>
          <p:nvPr/>
        </p:nvSpPr>
        <p:spPr>
          <a:xfrm>
            <a:off x="1891030" y="107950"/>
            <a:ext cx="438150" cy="474980"/>
          </a:xfrm>
          <a:prstGeom prst="rect">
            <a:avLst/>
          </a:prstGeom>
          <a:solidFill>
            <a:schemeClr val="accent2"/>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4" name="Rectangle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7X0xDf///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9vb28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BgAAAAEAAAAAAAAAAAAAAAAAAAAAAAAAAAAAAAAAAAAAAAAAAAAAAAJ/f38AAAAAA8zMzADAwP8Af39/AAAAAAAAAAAAAAAAAAAAAAAAAAAAIQAAABgAAAAUAAAA/A0AAKoAAAACEAAAlgMAABAgAAAmAAAACAAAAP//////////"/>
              </a:ext>
            </a:extLst>
          </p:cNvSpPr>
          <p:nvPr/>
        </p:nvSpPr>
        <p:spPr>
          <a:xfrm>
            <a:off x="2273300" y="107950"/>
            <a:ext cx="328930" cy="474980"/>
          </a:xfrm>
          <a:prstGeom prst="rect">
            <a:avLst/>
          </a:prstGeom>
          <a:gradFill flip="none" rotWithShape="0">
            <a:gsLst>
              <a:gs pos="0">
                <a:schemeClr val="accent2"/>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5" name="Rectangle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lU9y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CAAAAAEAAAAAAAAAAAAAAAAAAAAAAAAAAAAAAAAAAAAAAAAAAAAAAAJ/f38AAAAAA8zMzADAwP8Af39/AAAAAAAAAAAAAAAAAAAAAAAAAAAAIQAAABgAAAAUAAAAZQwAAEMDAAD+DgAALwYAABAgAAAmAAAACAAAAP//////////"/>
              </a:ext>
            </a:extLst>
          </p:cNvSpPr>
          <p:nvPr/>
        </p:nvSpPr>
        <p:spPr>
          <a:xfrm>
            <a:off x="2014855" y="530225"/>
            <a:ext cx="422275" cy="474980"/>
          </a:xfrm>
          <a:prstGeom prst="rect">
            <a:avLst/>
          </a:prstGeom>
          <a:solidFill>
            <a:schemeClr val="folHlink"/>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6"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lU9yD////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CAAAAAEAAAAAAAAAAAAAAAAAAAAAAAAAAAAAAAAAAAAAAAAAAAAAAAJ/f38AAAAAA8zMzADAwP8Af39/AAAAAAAAAAAAAAAAAAAAAAAAAAAAIQAAABgAAAAUAAAAqw4AAEMDAADvEAAALwYAABAgAAAmAAAACAAAAP//////////"/>
              </a:ext>
            </a:extLst>
          </p:cNvSpPr>
          <p:nvPr/>
        </p:nvSpPr>
        <p:spPr>
          <a:xfrm>
            <a:off x="2384425" y="530225"/>
            <a:ext cx="368300" cy="474980"/>
          </a:xfrm>
          <a:prstGeom prst="rect">
            <a:avLst/>
          </a:prstGeom>
          <a:gradFill flip="none" rotWithShape="0">
            <a:gsLst>
              <a:gs pos="0">
                <a:schemeClr val="folHlink"/>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7" name="Rectangle 6"/>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CAVjwQ4AAAAAAAAAAAAAAAAAAAAAAAAAAAAAAAAAAAAAeAAAAAEAAABAAAAAZAAAAJ3///+V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AQAAAAcAAAAAAAAAAAAAAAAAAAAAAAAAAAAAAAAAAAAAAAAAAAAAAAJ/f38AAAAAA8zMzADAwP8Af39/AAAAAAAAAAAAAAAAAAAAAAAAAAAAIQAAABgAAAAUAAAA2AkAANACAABLDQAAaQUAABAgAAAmAAAACAAAAP//////////"/>
              </a:ext>
            </a:extLst>
          </p:cNvSpPr>
          <p:nvPr/>
        </p:nvSpPr>
        <p:spPr>
          <a:xfrm>
            <a:off x="1600200" y="457200"/>
            <a:ext cx="560705" cy="422275"/>
          </a:xfrm>
          <a:prstGeom prst="rect">
            <a:avLst/>
          </a:prstGeom>
          <a:gradFill flip="none" rotWithShape="0">
            <a:gsLst>
              <a:gs pos="0">
                <a:schemeClr val="bg1"/>
              </a:gs>
              <a:gs pos="100000">
                <a:schemeClr val="hlink"/>
              </a:gs>
            </a:gsLst>
            <a:lin ang="1890000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8" name="Rectangle 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5+bmCv///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wAAAAEAAAAAAAAAAAAAAAAAAAAAAAAAAAAAAAAAAAAAAAAAAAAAAAJ/f38AAAAAA8zMzADAwP8Af39/AAAAAAAAAAAAAAAAAAAAAAAAAAAAIQAAABgAAAAUAAAAwA0AAAAAAADyDQAAegYAABAgAAAmAAAACAAAAP//////////"/>
              </a:ext>
            </a:extLst>
          </p:cNvSpPr>
          <p:nvPr/>
        </p:nvSpPr>
        <p:spPr>
          <a:xfrm>
            <a:off x="2235200" y="0"/>
            <a:ext cx="31750" cy="1052830"/>
          </a:xfrm>
          <a:prstGeom prst="rect">
            <a:avLst/>
          </a:prstGeom>
          <a:solidFill>
            <a:schemeClr val="bg2"/>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9" name="Rectangle 8"/>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5+bmCv///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AwAAAAEAAAAAAAAAAAAAAAAAAAAAAAAAAAAAAAAAAAAAAAAAAAAAAAJ/f38AAAAAA8zMzADAwP8Af39/AAAAAAAAAAAAAAAAAAAAAAAAAAAAIQAAABgAAAAUAAAAGgwAAEgDAAC1PgAAegMAABAgAAAmAAAACAAAAP//////////"/>
              </a:ext>
            </a:extLst>
          </p:cNvSpPr>
          <p:nvPr/>
        </p:nvSpPr>
        <p:spPr>
          <a:xfrm>
            <a:off x="1967230" y="533400"/>
            <a:ext cx="8226425" cy="31750"/>
          </a:xfrm>
          <a:prstGeom prst="rect">
            <a:avLst/>
          </a:prstGeom>
          <a:gradFill flip="none" rotWithShape="0">
            <a:gsLst>
              <a:gs pos="0">
                <a:schemeClr val="bg2"/>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10" name="Rectangle 9"/>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EAAAAAAAAA////C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QAAAAEAAAAAAAAAAAAAAAAAAAAAAAAAAAAAAAAAAAAAAAAAAAAAAAJ/f38AAAAAA8zMzADAwP8Af39/AAAAAAAAAAAAAAAAAAAAAAAAAAAAIQAAABgAAAAUAAAAggIAACgFAAB5SQAAZwsAABAgAAAmAAAACAAAAP//////////"/>
              </a:ext>
            </a:extLst>
          </p:cNvSpPr>
          <p:nvPr/>
        </p:nvSpPr>
        <p:spPr>
          <a:xfrm>
            <a:off x="407670" y="838200"/>
            <a:ext cx="11536045" cy="1015365"/>
          </a:xfrm>
          <a:prstGeom prst="rect">
            <a:avLst/>
          </a:prstGeom>
          <a:solidFill>
            <a:schemeClr val="bg1"/>
          </a:solidFill>
          <a:ln>
            <a:noFill/>
          </a:ln>
          <a:effectLst/>
        </p:spPr>
        <p:txBody>
          <a:bodyPr vert="horz" wrap="squar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just">
              <a:defRPr lang="en-US"/>
            </a:pPr>
            <a:r>
              <a:rPr lang="en-US" sz="2000" cap="none" baseline="0"/>
              <a:t>A pure ALOHA network transmits 200-bit frames on a shared channel of 200 kbps. What is the throughput if the system (all stations together) produces</a:t>
            </a:r>
          </a:p>
          <a:p>
            <a:pPr algn="just">
              <a:defRPr lang="en-US"/>
            </a:pPr>
            <a:r>
              <a:rPr lang="en-US" sz="2000" cap="none" baseline="0">
                <a:solidFill>
                  <a:schemeClr val="hlink"/>
                </a:solidFill>
              </a:rPr>
              <a:t>a.</a:t>
            </a:r>
            <a:r>
              <a:rPr lang="en-US" sz="2000" cap="none" baseline="0"/>
              <a:t> 1000 frames per second    </a:t>
            </a:r>
            <a:r>
              <a:rPr lang="en-US" sz="2000" cap="none" baseline="0">
                <a:solidFill>
                  <a:schemeClr val="hlink"/>
                </a:solidFill>
              </a:rPr>
              <a:t>b.</a:t>
            </a:r>
            <a:r>
              <a:rPr lang="en-US" sz="2000" cap="none" baseline="0"/>
              <a:t> 500 frames per second     </a:t>
            </a:r>
            <a:r>
              <a:rPr lang="en-US" sz="2000" cap="none" baseline="0">
                <a:solidFill>
                  <a:schemeClr val="hlink"/>
                </a:solidFill>
              </a:rPr>
              <a:t>c.</a:t>
            </a:r>
            <a:r>
              <a:rPr lang="en-US" sz="2000" cap="none" baseline="0"/>
              <a:t> 250 frames per second.</a:t>
            </a:r>
          </a:p>
        </p:txBody>
      </p:sp>
      <p:sp>
        <p:nvSpPr>
          <p:cNvPr id="11" name="Text Box 10"/>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BAAAAAAAACyHAAAmQMAABAgAAAmAAAACAAAAP//////////"/>
              </a:ext>
            </a:extLst>
          </p:cNvSpPr>
          <p:nvPr/>
        </p:nvSpPr>
        <p:spPr>
          <a:xfrm>
            <a:off x="2667000" y="0"/>
            <a:ext cx="1997710" cy="584835"/>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3200" cap="none" baseline="0">
                <a:solidFill>
                  <a:schemeClr val="hlink"/>
                </a:solidFill>
              </a:rPr>
              <a:t>Example 3</a:t>
            </a:r>
          </a:p>
        </p:txBody>
      </p:sp>
      <p:sp>
        <p:nvSpPr>
          <p:cNvPr id="12" name="Rectangle 11"/>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EAAAAAAAAA////C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QAAAAEAAAAAAAAAAAAAAAAAAAAAAAAAAAAAAAAAAAAAAAAAAAAAAAJ/f38AAAAAA8zMzADAwP8Af39/AAAAAAAAAAAAAAAAAAAAAAAAAAAAIQAAABgAAAAUAAAAggIAAL8NAAB5SQAA0ygAABAgAAAmAAAACAAAAP//////////"/>
              </a:ext>
            </a:extLst>
          </p:cNvSpPr>
          <p:nvPr/>
        </p:nvSpPr>
        <p:spPr>
          <a:xfrm>
            <a:off x="407670" y="2234565"/>
            <a:ext cx="11536045" cy="4401820"/>
          </a:xfrm>
          <a:prstGeom prst="rect">
            <a:avLst/>
          </a:prstGeom>
          <a:solidFill>
            <a:schemeClr val="bg1"/>
          </a:solidFill>
          <a:ln>
            <a:noFill/>
          </a:ln>
          <a:effectLst/>
        </p:spPr>
        <p:txBody>
          <a:bodyPr vert="horz" wrap="squar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000" cap="none" baseline="0">
                <a:solidFill>
                  <a:schemeClr val="hlink"/>
                </a:solidFill>
              </a:rPr>
              <a:t>Solution</a:t>
            </a:r>
          </a:p>
          <a:p>
            <a:pPr>
              <a:defRPr lang="en-US"/>
            </a:pPr>
            <a:r>
              <a:rPr lang="en-US" sz="2000" cap="none" baseline="0"/>
              <a:t>The frame transmission time is 200/200 kbps or 1 ms.</a:t>
            </a:r>
          </a:p>
          <a:p>
            <a:pPr>
              <a:defRPr lang="en-US"/>
            </a:pPr>
            <a:r>
              <a:rPr lang="en-US" sz="2000" cap="none" baseline="0">
                <a:solidFill>
                  <a:schemeClr val="hlink"/>
                </a:solidFill>
              </a:rPr>
              <a:t>a.</a:t>
            </a:r>
            <a:r>
              <a:rPr lang="en-US" sz="2000" cap="none" baseline="0"/>
              <a:t> If the system creates 1000 frames per second, this is 1 frame per millisecond. The load is 1. In this case </a:t>
            </a:r>
            <a:r>
              <a:t/>
            </a:r>
            <a:br/>
            <a:r>
              <a:rPr lang="en-US" sz="2000" cap="none" baseline="0"/>
              <a:t>    S = G× e</a:t>
            </a:r>
            <a:r>
              <a:rPr lang="en-US" sz="2000" cap="none"/>
              <a:t>−2 G</a:t>
            </a:r>
            <a:r>
              <a:rPr lang="en-US" sz="2000" cap="none" baseline="0"/>
              <a:t> or S = 0.135 (13.5 percent). This means that the throughput is 1000 × 0.135 = 135 frames.        </a:t>
            </a:r>
          </a:p>
          <a:p>
            <a:pPr>
              <a:defRPr lang="en-US"/>
            </a:pPr>
            <a:r>
              <a:rPr lang="en-US" sz="2000" cap="none" baseline="0"/>
              <a:t>   Only 135 frames out of 1000 will probably survive.</a:t>
            </a:r>
          </a:p>
          <a:p>
            <a:pPr>
              <a:defRPr lang="en-US"/>
            </a:pPr>
            <a:endParaRPr lang="en-US" sz="2000" cap="none" baseline="0"/>
          </a:p>
          <a:p>
            <a:pPr algn="just">
              <a:defRPr lang="en-US"/>
            </a:pPr>
            <a:r>
              <a:rPr lang="en-US" sz="2000" cap="none" baseline="0">
                <a:solidFill>
                  <a:schemeClr val="hlink"/>
                </a:solidFill>
              </a:rPr>
              <a:t>b. </a:t>
            </a:r>
            <a:r>
              <a:rPr lang="en-US" sz="2000" cap="none" baseline="0"/>
              <a:t>If the system creates 500 frames per second, this is (1/2) frame per millisecond. The load is (1/2). In this case S = G × e −2G or S = 0.184 (18.4 percent). This means that the throughput is 500 × 0.184 = 92 and that only 92 frames out of 500 will probably survive. </a:t>
            </a:r>
          </a:p>
          <a:p>
            <a:pPr algn="just">
              <a:defRPr lang="en-US"/>
            </a:pPr>
            <a:endParaRPr lang="en-US" sz="2000" cap="none" baseline="0"/>
          </a:p>
          <a:p>
            <a:pPr algn="just">
              <a:defRPr lang="en-US"/>
            </a:pPr>
            <a:r>
              <a:rPr lang="en-US" sz="2000" cap="none" baseline="0">
                <a:solidFill>
                  <a:schemeClr val="hlink"/>
                </a:solidFill>
              </a:rPr>
              <a:t>c. </a:t>
            </a:r>
            <a:r>
              <a:rPr lang="en-US" sz="2000" cap="none" baseline="0"/>
              <a:t>If the system creates 250 frames per second, this is (1/4) frame per millisecond. The load is (1/4). In this case S = G × e −2G or S = 0.152 (15.2 percent). This means that the throughput is 250 × 0.152 = 38. Only 38 frames out of 250 will probably survive.</a:t>
            </a:r>
          </a:p>
          <a:p>
            <a:pPr>
              <a:defRPr lang="en-US"/>
            </a:pPr>
            <a:endParaRPr lang="en-US" sz="2000" cap="none" baseline="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rwIAAEIJAAAsSAAAMCoAABAAAAAmAAAACAAAAP//////////"/>
              </a:ext>
            </a:extLst>
          </p:cNvSpPr>
          <p:nvPr/>
        </p:nvSpPr>
        <p:spPr>
          <a:xfrm>
            <a:off x="436245" y="1504950"/>
            <a:ext cx="11296015" cy="5353050"/>
          </a:xfrm>
          <a:prstGeom prst="rect">
            <a:avLst/>
          </a:prstGeom>
          <a:noFill/>
          <a:ln>
            <a:noFill/>
          </a:ln>
          <a:effectLst/>
        </p:spPr>
        <p:txBody>
          <a:bodyPr vert="horz" wrap="square" lIns="91440" tIns="45720" rIns="91440" bIns="45720" numCol="1" spcCol="215900" anchor="t"/>
          <a:lstStyle/>
          <a:p>
            <a:pPr marL="285750" indent="-285750" algn="just">
              <a:buFont typeface="Arial" pitchFamily="2" charset="0"/>
              <a:buChar char="•"/>
              <a:defRPr lang="en-US"/>
            </a:pPr>
            <a:r>
              <a:rPr lang="en-US" sz="2000" cap="none">
                <a:latin typeface="Times-Roman" charset="0"/>
                <a:ea typeface="Calibri" pitchFamily="2" charset="0"/>
                <a:cs typeface="Calibri" pitchFamily="2" charset="0"/>
              </a:rPr>
              <a:t>Pure ALOHA has a vulnerable time of 2*</a:t>
            </a:r>
            <a:r>
              <a:rPr lang="en-US" sz="2000" cap="none">
                <a:latin typeface="Times-Italic" charset="0"/>
                <a:ea typeface="Calibri" pitchFamily="2" charset="0"/>
                <a:cs typeface="Calibri" pitchFamily="2" charset="0"/>
              </a:rPr>
              <a:t>Tfr</a:t>
            </a:r>
            <a:r>
              <a:rPr lang="en-US" sz="2000" cap="none">
                <a:latin typeface="Times-Roman" charset="0"/>
                <a:ea typeface="Calibri" pitchFamily="2" charset="0"/>
                <a:cs typeface="Calibri" pitchFamily="2" charset="0"/>
              </a:rPr>
              <a:t>. This is so because there is no rule that defines when the station can send. A station may send soon after another station has started or just before another station has finished. </a:t>
            </a:r>
          </a:p>
          <a:p>
            <a:pPr marL="285750" indent="-285750" algn="just">
              <a:buFont typeface="Arial" pitchFamily="2" charset="0"/>
              <a:buChar char="•"/>
              <a:defRPr lang="en-US"/>
            </a:pPr>
            <a:endParaRPr lang="en-US" sz="20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2000" cap="none">
                <a:latin typeface="Times-Roman" charset="0"/>
                <a:ea typeface="Calibri" pitchFamily="2" charset="0"/>
                <a:cs typeface="Calibri" pitchFamily="2" charset="0"/>
              </a:rPr>
              <a:t>Slotted ALOHA was invented to improve the efficiency of pure ALOHA.</a:t>
            </a:r>
          </a:p>
          <a:p>
            <a:pPr marL="285750" indent="-285750" algn="just">
              <a:buFont typeface="Arial" pitchFamily="2" charset="0"/>
              <a:buChar char="•"/>
              <a:defRPr lang="en-US"/>
            </a:pPr>
            <a:endParaRPr lang="en-US" sz="20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2000" cap="none">
                <a:latin typeface="Times-Roman" charset="0"/>
                <a:ea typeface="Calibri" pitchFamily="2" charset="0"/>
                <a:cs typeface="Calibri" pitchFamily="2" charset="0"/>
              </a:rPr>
              <a:t>In slotted ALOHA we divide the time into slots of Tfr seconds and force the station to send only at the beginning of the time slot. </a:t>
            </a:r>
          </a:p>
          <a:p>
            <a:pPr marL="285750" indent="-285750" algn="just">
              <a:buFont typeface="Arial" pitchFamily="2" charset="0"/>
              <a:buChar char="•"/>
              <a:defRPr lang="en-US"/>
            </a:pPr>
            <a:endParaRPr lang="en-US" sz="20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2000" cap="none">
                <a:latin typeface="Times-Roman" charset="0"/>
                <a:ea typeface="Calibri" pitchFamily="2" charset="0"/>
                <a:cs typeface="Calibri" pitchFamily="2" charset="0"/>
              </a:rPr>
              <a:t>Because a station is allowed to send only at the beginning of the synchronized time slot, if a station misses this moment, it must wait until the beginning of the next time slot. </a:t>
            </a:r>
          </a:p>
          <a:p>
            <a:pPr marL="285750" indent="-285750" algn="just">
              <a:buFont typeface="Arial" pitchFamily="2" charset="0"/>
              <a:buChar char="•"/>
              <a:defRPr lang="en-US"/>
            </a:pPr>
            <a:endParaRPr lang="en-US" sz="20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2000" cap="none">
                <a:latin typeface="Times-Roman" charset="0"/>
                <a:ea typeface="Calibri" pitchFamily="2" charset="0"/>
                <a:cs typeface="Calibri" pitchFamily="2" charset="0"/>
              </a:rPr>
              <a:t>This means that the station which started at the beginning of this slot has already finished sending its frame. </a:t>
            </a:r>
          </a:p>
        </p:txBody>
      </p:sp>
      <p:pic>
        <p:nvPicPr>
          <p:cNvPr id="3" name="Picture 2" descr="KL Deemed to be University Logo"/>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AAAAAAAAAAAPwwAALEDAAAQAAAAJgAAAAgAAAD//////////w=="/>
              </a:ext>
            </a:extLst>
          </p:cNvPicPr>
          <p:nvPr/>
        </p:nvPicPr>
        <p:blipFill>
          <a:blip r:embed="rId2"/>
          <a:stretch>
            <a:fillRect/>
          </a:stretch>
        </p:blipFill>
        <p:spPr>
          <a:xfrm>
            <a:off x="0" y="0"/>
            <a:ext cx="1990725" cy="600075"/>
          </a:xfrm>
          <a:prstGeom prst="rect">
            <a:avLst/>
          </a:prstGeom>
          <a:noFill/>
          <a:ln>
            <a:noFill/>
          </a:ln>
          <a:effectLst/>
        </p:spPr>
      </p:pic>
      <p:sp>
        <p:nvSpPr>
          <p:cNvPr id="4" name="Rounded Rectangle 1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QAAAAAAAAAAAAAAAAAAAAEAAAC6JTIAPAAAACoAAAAqAAAAZAAAAGQAAAAAAAAAy8vLADwAAAAqAAAAKgAAAGQAAABkAAAAAAAAABcAAAAUAAAAAAAAAAAAAAD/fwAA/38AAAAAAAAJAAAABAAAAAAAAAA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uiUyAAAAAAEAAAAAAAAAAAAAAAAAAAAAAAAAAAAAAAAAAAAAAAAAAERzngB/f38AuiUyAMvLywDAwP8Af39/AAAAAAAAAAAAAAAAAAAAAAAAAAAAIQAAABgAAAAUAAAAFBQAAIUAAADsPAAAdgMAABAAAAAmAAAACAAAAP//////////"/>
              </a:ext>
            </a:extLst>
          </p:cNvSpPr>
          <p:nvPr/>
        </p:nvSpPr>
        <p:spPr>
          <a:xfrm>
            <a:off x="3263900" y="84455"/>
            <a:ext cx="6639560" cy="478155"/>
          </a:xfrm>
          <a:prstGeom prst="roundRect">
            <a:avLst>
              <a:gd name="adj" fmla="val 16667"/>
            </a:avLst>
          </a:prstGeom>
          <a:solidFill>
            <a:srgbClr val="BA2532"/>
          </a:solidFill>
          <a:ln>
            <a:noFill/>
          </a:ln>
          <a:effectLst>
            <a:outerShdw blurRad="50800" dist="37717" dir="2700000" algn="tl">
              <a:srgbClr val="BA2532">
                <a:alpha val="40000"/>
              </a:srgb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r>
              <a:rPr lang="en-US" sz="2400" cap="none"/>
              <a:t>SLOTTED ALOHA PROTOCOL</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CAAAB/AAAA"/>
              </a:ext>
            </a:extLst>
          </p:cNvSpPr>
          <p:nvPr>
            <p:ph type="sldNum" sz="quarter" idx="12"/>
          </p:nvPr>
        </p:nvSpPr>
        <p:spPr>
          <a:noFill/>
        </p:spPr>
        <p:txBody>
          <a:bodyP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000" i="0" cap="none" baseline="0">
                <a:solidFill>
                  <a:schemeClr val="bg2"/>
                </a:solidFill>
                <a:latin typeface="Arial" pitchFamily="2" charset="0"/>
                <a:ea typeface="Calibri" pitchFamily="2" charset="0"/>
                <a:cs typeface="Calibri" pitchFamily="2" charset="0"/>
              </a:rPr>
              <a:t>12.</a:t>
            </a:r>
            <a:fld id="{1DB5D05A-14F0-E026-BE0D-E2739E4348B7}" type="slidenum">
              <a:rPr lang="en-US" sz="2000" i="0" cap="none" baseline="0">
                <a:solidFill>
                  <a:schemeClr val="bg2"/>
                </a:solidFill>
                <a:latin typeface="Arial" pitchFamily="2" charset="0"/>
                <a:ea typeface="Calibri" pitchFamily="2" charset="0"/>
                <a:cs typeface="Calibri" pitchFamily="2" charset="0"/>
              </a:rPr>
              <a:pPr>
                <a:defRPr lang="en-US"/>
              </a:pPr>
              <a:t>19</a:t>
            </a:fld>
            <a:endParaRPr lang="en-US" sz="2000" i="0" cap="none" baseline="0">
              <a:solidFill>
                <a:schemeClr val="bg2"/>
              </a:solidFill>
              <a:latin typeface="Arial" pitchFamily="2" charset="0"/>
              <a:ea typeface="Calibri" pitchFamily="2" charset="0"/>
              <a:cs typeface="Calibri" pitchFamily="2" charset="0"/>
            </a:endParaRPr>
          </a:p>
        </p:txBody>
      </p:sp>
      <p:sp>
        <p:nvSpPr>
          <p:cNvPr id="3" name="Lin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Cg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VjwQ54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d/f38AAAAAA8zMzADAwP8Af39/AAAAAAAAAAAAAAAAAAAAAAAAAAAAIQAAABgAAAAUAAAAUAoAAPAAAAA4QAAA8AAAABAAAAAmAAAACAAAAP//////////"/>
              </a:ext>
            </a:extLst>
          </p:cNvSpPr>
          <p:nvPr/>
        </p:nvSpPr>
        <p:spPr>
          <a:xfrm>
            <a:off x="1676400" y="152400"/>
            <a:ext cx="8763000" cy="0"/>
          </a:xfrm>
          <a:prstGeom prst="line">
            <a:avLst/>
          </a:prstGeom>
          <a:noFill/>
          <a:ln w="76200" cap="flat" cmpd="sng" algn="ctr">
            <a:solidFill>
              <a:schemeClr val="hlink"/>
            </a:solidFill>
            <a:prstDash val="solid"/>
            <a:headEnd type="none"/>
            <a:tailEnd type="none"/>
          </a:ln>
          <a:effectLst/>
        </p:spPr>
        <p:txBody>
          <a:bodyPr vert="horz" wrap="square" lIns="91440" tIns="45720" rIns="91440" bIns="45720" numCol="1" spcCol="215900" anchor="t"/>
          <a:lstStyle/>
          <a:p>
            <a:pPr>
              <a:defRPr lang="en-US"/>
            </a:pPr>
            <a:endParaRPr/>
          </a:p>
        </p:txBody>
      </p:sp>
      <p:sp>
        <p:nvSpPr>
          <p:cNvPr id="4" name="Line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Cg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VjwQ4e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N7///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d/f38AAAAAA8zMzADAwP8Af39/AAAAAAAAAAAAAAAAAAAAAAAAAAAAIQAAABgAAAAUAAAAUAoAABgGAAA4QAAAGAYAABAAAAAmAAAACAAAAP//////////"/>
              </a:ext>
            </a:extLst>
          </p:cNvSpPr>
          <p:nvPr/>
        </p:nvSpPr>
        <p:spPr>
          <a:xfrm>
            <a:off x="1676400" y="990600"/>
            <a:ext cx="8763000" cy="0"/>
          </a:xfrm>
          <a:prstGeom prst="line">
            <a:avLst/>
          </a:prstGeom>
          <a:noFill/>
          <a:ln w="19050" cap="flat" cmpd="sng" algn="ctr">
            <a:solidFill>
              <a:schemeClr val="hlink"/>
            </a:solidFill>
            <a:prstDash val="solid"/>
            <a:headEnd type="none"/>
            <a:tailEnd type="none"/>
          </a:ln>
          <a:effectLst/>
        </p:spPr>
        <p:txBody>
          <a:bodyPr vert="horz" wrap="square" lIns="91440" tIns="45720" rIns="91440" bIns="45720" numCol="1" spcCol="215900" anchor="t"/>
          <a:lstStyle/>
          <a:p>
            <a:pPr>
              <a:defRPr lang="en-US"/>
            </a:pPr>
            <a:endParaRPr/>
          </a:p>
        </p:txBody>
      </p:sp>
      <p:sp>
        <p:nvSpPr>
          <p:cNvPr id="5" name="Text 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QAsAAFgCAAAYLgAAKAUAABAgAAAmAAAACAAAAP//////////"/>
              </a:ext>
            </a:extLst>
          </p:cNvSpPr>
          <p:nvPr/>
        </p:nvSpPr>
        <p:spPr>
          <a:xfrm>
            <a:off x="1828800" y="381000"/>
            <a:ext cx="5664200" cy="457200"/>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400" i="0" cap="none" baseline="0">
                <a:solidFill>
                  <a:schemeClr val="folHlink"/>
                </a:solidFill>
              </a:rPr>
              <a:t>Figure 12.6  </a:t>
            </a:r>
            <a:r>
              <a:rPr lang="en-US" sz="2000" cap="none" baseline="0"/>
              <a:t>Frames in a slotted ALOHA network</a:t>
            </a:r>
          </a:p>
        </p:txBody>
      </p:sp>
      <p:sp>
        <p:nvSpPr>
          <p:cNvPr id="6" name="Lin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Cg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VjwQ54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d/f38AAAAAA8zMzADAwP8Af39/AAAAAAAAAAAAAAAAAAAAAAAAAAAAIQAAABgAAAAUAAAAUAoAAHAmAAA4QAAAcCYAABAAAAAmAAAACAAAAP//////////"/>
              </a:ext>
            </a:extLst>
          </p:cNvSpPr>
          <p:nvPr/>
        </p:nvSpPr>
        <p:spPr>
          <a:xfrm>
            <a:off x="1676400" y="6248400"/>
            <a:ext cx="8763000" cy="0"/>
          </a:xfrm>
          <a:prstGeom prst="line">
            <a:avLst/>
          </a:prstGeom>
          <a:noFill/>
          <a:ln w="76200" cap="flat" cmpd="sng" algn="ctr">
            <a:solidFill>
              <a:schemeClr val="hlink"/>
            </a:solidFill>
            <a:prstDash val="solid"/>
            <a:headEnd type="none"/>
            <a:tailEnd type="none"/>
          </a:ln>
          <a:effectLst/>
        </p:spPr>
        <p:txBody>
          <a:bodyPr vert="horz" wrap="square" lIns="91440" tIns="45720" rIns="91440" bIns="45720" numCol="1" spcCol="215900" anchor="t"/>
          <a:lstStyle/>
          <a:p>
            <a:pPr>
              <a:defRPr lang="en-US"/>
            </a:pPr>
            <a:endParaRPr/>
          </a:p>
        </p:txBody>
      </p:sp>
      <p:pic>
        <p:nvPicPr>
          <p:cNvPr id="7" name="Picture 7"/>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P0KAADSCAAASD8AAEghAAAQAAAAJgAAAAgAAAD//////////w=="/>
              </a:ext>
            </a:extLst>
          </p:cNvPicPr>
          <p:nvPr/>
        </p:nvPicPr>
        <p:blipFill>
          <a:blip r:embed="rId3"/>
          <a:stretch>
            <a:fillRect/>
          </a:stretch>
        </p:blipFill>
        <p:spPr>
          <a:xfrm>
            <a:off x="1786255" y="1433830"/>
            <a:ext cx="8500745" cy="3976370"/>
          </a:xfrm>
          <a:prstGeom prst="rect">
            <a:avLst/>
          </a:prstGeom>
          <a:noFill/>
          <a:ln>
            <a:noFill/>
          </a:ln>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Slide Number 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CAAAB/AAAA"/>
              </a:ext>
            </a:extLst>
          </p:cNvSpPr>
          <p:nvPr>
            <p:ph type="sldNum" sz="quarter" idx="12"/>
          </p:nvPr>
        </p:nvSpPr>
        <p:spPr>
          <a:noFill/>
        </p:spPr>
        <p:txBody>
          <a:bodyP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000" i="0" cap="none" baseline="0">
                <a:solidFill>
                  <a:schemeClr val="bg2"/>
                </a:solidFill>
                <a:latin typeface="Arial" pitchFamily="2" charset="0"/>
                <a:ea typeface="Calibri" pitchFamily="2" charset="0"/>
                <a:cs typeface="Calibri" pitchFamily="2" charset="0"/>
              </a:rPr>
              <a:t>12.</a:t>
            </a:r>
            <a:fld id="{1DB5D0E6-A8F0-E026-BE0D-5E739E43480B}" type="slidenum">
              <a:rPr lang="en-US" sz="2000" i="0" cap="none" baseline="0">
                <a:solidFill>
                  <a:schemeClr val="bg2"/>
                </a:solidFill>
                <a:latin typeface="Arial" pitchFamily="2" charset="0"/>
                <a:ea typeface="Calibri" pitchFamily="2" charset="0"/>
                <a:cs typeface="Calibri" pitchFamily="2" charset="0"/>
              </a:rPr>
              <a:pPr>
                <a:defRPr lang="en-US"/>
              </a:pPr>
              <a:t>20</a:t>
            </a:fld>
            <a:endParaRPr lang="en-US" sz="2000" i="0" cap="none" baseline="0">
              <a:solidFill>
                <a:schemeClr val="bg2"/>
              </a:solidFill>
              <a:latin typeface="Arial" pitchFamily="2" charset="0"/>
              <a:ea typeface="Calibri" pitchFamily="2" charset="0"/>
              <a:cs typeface="Calibri" pitchFamily="2" charset="0"/>
            </a:endParaRPr>
          </a:p>
        </p:txBody>
      </p:sp>
      <p:sp>
        <p:nvSpPr>
          <p:cNvPr id="3" name="Rectangl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M8z/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8z/AAAAAAEAAAAAAAAAAAAAAAAAAAAAAAAAAAAAAAAAAAAAAAAAAAAAAAJ/f38AAAAAA8zMzADAwP8Af39/AAAAAAAAAAAAAAAAAAAAAAAAAAAAIQAAABgAAAAUAAAAYAkAAAAAAACgQQAAGAYAABAgAAAmAAAACAAAAP//////////"/>
              </a:ext>
            </a:extLst>
          </p:cNvSpPr>
          <p:nvPr/>
        </p:nvSpPr>
        <p:spPr>
          <a:xfrm>
            <a:off x="1524000" y="0"/>
            <a:ext cx="9144000" cy="990600"/>
          </a:xfrm>
          <a:prstGeom prst="rect">
            <a:avLst/>
          </a:prstGeom>
          <a:solidFill>
            <a:srgbClr val="33CCFF"/>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defRPr lang="en-US"/>
            </a:pPr>
            <a:endParaRPr lang="en-US" sz="3200" cap="none">
              <a:effectLst>
                <a:outerShdw dist="63500" dir="3600000" algn="tl" rotWithShape="0">
                  <a:srgbClr val="000000">
                    <a:alpha val="40000"/>
                  </a:srgbClr>
                </a:outerShdw>
              </a:effectLst>
            </a:endParaRPr>
          </a:p>
        </p:txBody>
      </p:sp>
      <p:sp>
        <p:nvSpPr>
          <p:cNvPr id="4" name="Text Box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oAAGgBAAAMMgAACAgAABAgAAAmAAAACAAAAP//////////"/>
              </a:ext>
            </a:extLst>
          </p:cNvSpPr>
          <p:nvPr/>
        </p:nvSpPr>
        <p:spPr>
          <a:xfrm>
            <a:off x="1752600" y="228600"/>
            <a:ext cx="6383020" cy="1076960"/>
          </a:xfrm>
          <a:prstGeom prst="rect">
            <a:avLst/>
          </a:prstGeom>
          <a:noFill/>
          <a:ln>
            <a:noFill/>
          </a:ln>
          <a:effectLst/>
        </p:spPr>
        <p:txBody>
          <a:bodyPr vert="horz" wrap="none" lIns="91440" tIns="45720" rIns="91440" bIns="45720" numCol="1" spcCol="215900" anchor="t"/>
          <a:lstStyle/>
          <a:p>
            <a:pPr>
              <a:defRPr lang="en-US"/>
            </a:pPr>
            <a:r>
              <a:rPr lang="en-US" sz="3200" cap="none">
                <a:effectLst>
                  <a:outerShdw dist="63500" dir="3600000" algn="tl" rotWithShape="0">
                    <a:srgbClr val="000000">
                      <a:alpha val="40000"/>
                    </a:srgbClr>
                  </a:outerShdw>
                </a:effectLst>
                <a:latin typeface="Times" charset="0"/>
                <a:ea typeface="Calibri" pitchFamily="2" charset="0"/>
                <a:cs typeface="Calibri" pitchFamily="2" charset="0"/>
              </a:rPr>
              <a:t>Vulnerable time for Slotted</a:t>
            </a:r>
            <a:r>
              <a:rPr lang="en-US" sz="3200" cap="none">
                <a:latin typeface="Times-BoldItalic" charset="0"/>
                <a:ea typeface="Calibri" pitchFamily="2" charset="0"/>
                <a:cs typeface="Calibri" pitchFamily="2" charset="0"/>
              </a:rPr>
              <a:t> ALOHA</a:t>
            </a:r>
          </a:p>
          <a:p>
            <a:pPr>
              <a:defRPr lang="en-US"/>
            </a:pPr>
            <a:endParaRPr lang="en-US" sz="3200" cap="none">
              <a:effectLst>
                <a:outerShdw dist="63500" dir="3600000" algn="tl" rotWithShape="0">
                  <a:srgbClr val="000000">
                    <a:alpha val="40000"/>
                  </a:srgbClr>
                </a:outerShdw>
              </a:effectLst>
              <a:latin typeface="Times" charset="0"/>
              <a:ea typeface="Calibri" pitchFamily="2" charset="0"/>
              <a:cs typeface="Calibri" pitchFamily="2" charset="0"/>
            </a:endParaRPr>
          </a:p>
        </p:txBody>
      </p:sp>
      <p:sp>
        <p:nvSpPr>
          <p:cNvPr id="5" name="Text 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DwAAGAnAAAiPQAAoikAABAgAAAmAAAACAAAAP//////////"/>
              </a:ext>
            </a:extLst>
          </p:cNvSpPr>
          <p:nvPr/>
        </p:nvSpPr>
        <p:spPr>
          <a:xfrm>
            <a:off x="9753600" y="6400800"/>
            <a:ext cx="184150" cy="367030"/>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endParaRPr lang="en-US" sz="1800" i="0" cap="none" baseline="0"/>
          </a:p>
        </p:txBody>
      </p:sp>
      <p:sp>
        <p:nvSpPr>
          <p:cNvPr id="6"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fAkAAFUFAAC8QQAA6hMAABAgAAAmAAAACAAAAP//////////"/>
              </a:ext>
            </a:extLst>
          </p:cNvSpPr>
          <p:nvPr/>
        </p:nvSpPr>
        <p:spPr>
          <a:xfrm>
            <a:off x="1541780" y="866775"/>
            <a:ext cx="9144000" cy="2370455"/>
          </a:xfrm>
          <a:prstGeom prst="rect">
            <a:avLst/>
          </a:prstGeom>
          <a:noFill/>
          <a:ln>
            <a:noFill/>
          </a:ln>
          <a:effectLst/>
        </p:spPr>
        <p:txBody>
          <a:bodyPr vert="horz" wrap="square" lIns="91440" tIns="45720" rIns="91440" bIns="45720" numCol="1" spcCol="215900" anchor="ctr"/>
          <a:lstStyle/>
          <a:p>
            <a:pPr marL="285750" indent="-285750" algn="just">
              <a:buFont typeface="Arial" pitchFamily="2" charset="0"/>
              <a:buChar char="•"/>
              <a:defRPr lang="en-US"/>
            </a:pPr>
            <a:endParaRPr lang="en-US" sz="16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1900" cap="none">
                <a:latin typeface="Times-Roman" charset="0"/>
                <a:ea typeface="Calibri" pitchFamily="2" charset="0"/>
                <a:cs typeface="Calibri" pitchFamily="2" charset="0"/>
              </a:rPr>
              <a:t>Of course, there is still the possibility of collision if two stations try to send at the beginning of the same time slot. </a:t>
            </a:r>
          </a:p>
          <a:p>
            <a:pPr marL="285750" indent="-285750" algn="just">
              <a:buFont typeface="Arial" pitchFamily="2" charset="0"/>
              <a:buChar char="•"/>
              <a:defRPr lang="en-US"/>
            </a:pPr>
            <a:endParaRPr lang="en-US" sz="16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1900" cap="none">
                <a:latin typeface="Times-Roman" charset="0"/>
                <a:ea typeface="Calibri" pitchFamily="2" charset="0"/>
                <a:cs typeface="Calibri" pitchFamily="2" charset="0"/>
              </a:rPr>
              <a:t>However, the vulnerable time is now reduced to one-half, equal to Tfr.</a:t>
            </a:r>
          </a:p>
          <a:p>
            <a:pPr>
              <a:defRPr lang="en-US"/>
            </a:pPr>
            <a:endParaRPr lang="en-US" sz="1900" cap="none">
              <a:latin typeface="Times-Roman" charset="0"/>
              <a:ea typeface="Calibri" pitchFamily="2" charset="0"/>
              <a:cs typeface="Calibri" pitchFamily="2" charset="0"/>
            </a:endParaRPr>
          </a:p>
          <a:p>
            <a:pPr>
              <a:defRPr lang="en-US"/>
            </a:pPr>
            <a:endParaRPr lang="en-US" sz="4000" cap="none">
              <a:effectLst>
                <a:outerShdw dist="63500" dir="3600000" algn="tl" rotWithShape="0">
                  <a:srgbClr val="000000">
                    <a:alpha val="40000"/>
                  </a:srgbClr>
                </a:outerShdw>
              </a:effectLst>
            </a:endParaRPr>
          </a:p>
        </p:txBody>
      </p:sp>
      <p:pic>
        <p:nvPicPr>
          <p:cNvPr id="7" name="Picture 2"/>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EgSAACAJQAAcTcAAOApAAAQAAAAJgAAAAgAAAD//////////w=="/>
              </a:ext>
            </a:extLst>
          </p:cNvPicPr>
          <p:nvPr/>
        </p:nvPicPr>
        <p:blipFill>
          <a:blip r:embed="rId3"/>
          <a:stretch>
            <a:fillRect/>
          </a:stretch>
        </p:blipFill>
        <p:spPr>
          <a:xfrm>
            <a:off x="2971800" y="6096000"/>
            <a:ext cx="6040755" cy="711200"/>
          </a:xfrm>
          <a:prstGeom prst="rect">
            <a:avLst/>
          </a:prstGeom>
          <a:noFill/>
          <a:ln w="9525" cap="flat" cmpd="sng" algn="ctr">
            <a:solidFill>
              <a:schemeClr val="tx1"/>
            </a:solidFill>
            <a:prstDash val="solid"/>
            <a:headEnd type="none"/>
            <a:tailEnd type="none"/>
          </a:ln>
          <a:effectLst/>
        </p:spPr>
      </p:pic>
      <p:pic>
        <p:nvPicPr>
          <p:cNvPr id="8" name="Picture 3"/>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OAQAACIDgAAljcAAOMkAAAQAAAAJgAAAAgAAAD//////////w=="/>
              </a:ext>
            </a:extLst>
          </p:cNvPicPr>
          <p:nvPr/>
        </p:nvPicPr>
        <p:blipFill>
          <a:blip r:embed="rId4"/>
          <a:stretch>
            <a:fillRect/>
          </a:stretch>
        </p:blipFill>
        <p:spPr>
          <a:xfrm>
            <a:off x="2743200" y="2362200"/>
            <a:ext cx="6292850" cy="3634105"/>
          </a:xfrm>
          <a:prstGeom prst="rect">
            <a:avLst/>
          </a:prstGeom>
          <a:noFill/>
          <a:ln>
            <a:noFill/>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Rectangl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M8z/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8z/AAAAAAEAAAAAAAAAAAAAAAAAAAAAAAAAAAAAAAAAAAAAAAAAAAAAAAJ/f38AAAAAA8zMzADAwP8Af39/AAAAAAAAAAAAAAAAAAAAAAAAAAAAIQAAABgAAAAUAAAAYAkAAAAAAACgQQAAGAYAABAgAAAmAAAACAAAAP//////////"/>
              </a:ext>
            </a:extLst>
          </p:cNvSpPr>
          <p:nvPr/>
        </p:nvSpPr>
        <p:spPr>
          <a:xfrm>
            <a:off x="1524000" y="0"/>
            <a:ext cx="9144000" cy="990600"/>
          </a:xfrm>
          <a:prstGeom prst="rect">
            <a:avLst/>
          </a:prstGeom>
          <a:solidFill>
            <a:srgbClr val="33CCFF"/>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defRPr lang="en-US"/>
            </a:pPr>
            <a:endParaRPr lang="en-US" sz="3200" cap="none">
              <a:effectLst>
                <a:outerShdw dist="63500" dir="3600000" algn="tl" rotWithShape="0">
                  <a:srgbClr val="000000">
                    <a:alpha val="40000"/>
                  </a:srgbClr>
                </a:outerShdw>
              </a:effectLst>
            </a:endParaRPr>
          </a:p>
        </p:txBody>
      </p:sp>
      <p:sp>
        <p:nvSpPr>
          <p:cNvPr id="3" name="Text Box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oAAGgBAADYNgAAAAUAABAgAAAmAAAACAAAAP//////////"/>
              </a:ext>
            </a:extLst>
          </p:cNvSpPr>
          <p:nvPr/>
        </p:nvSpPr>
        <p:spPr>
          <a:xfrm>
            <a:off x="1752600" y="228600"/>
            <a:ext cx="7162800" cy="584200"/>
          </a:xfrm>
          <a:prstGeom prst="rect">
            <a:avLst/>
          </a:prstGeom>
          <a:noFill/>
          <a:ln>
            <a:noFill/>
          </a:ln>
          <a:effectLst/>
        </p:spPr>
        <p:txBody>
          <a:bodyPr vert="horz" wrap="square" lIns="91440" tIns="45720" rIns="91440" bIns="45720" numCol="1" spcCol="215900" anchor="t"/>
          <a:lstStyle/>
          <a:p>
            <a:pPr>
              <a:defRPr lang="en-US"/>
            </a:pPr>
            <a:r>
              <a:rPr lang="en-US" sz="3200" cap="none">
                <a:effectLst>
                  <a:outerShdw dist="63500" dir="3600000" algn="tl" rotWithShape="0">
                    <a:srgbClr val="000000">
                      <a:alpha val="40000"/>
                    </a:srgbClr>
                  </a:outerShdw>
                </a:effectLst>
                <a:latin typeface="Times" charset="0"/>
                <a:ea typeface="Calibri" pitchFamily="2" charset="0"/>
                <a:cs typeface="Calibri" pitchFamily="2" charset="0"/>
              </a:rPr>
              <a:t>Throughput for Slotted</a:t>
            </a:r>
            <a:r>
              <a:rPr lang="en-US" sz="3200" cap="none">
                <a:latin typeface="Times-BoldItalic" charset="0"/>
                <a:ea typeface="Calibri" pitchFamily="2" charset="0"/>
                <a:cs typeface="Calibri" pitchFamily="2" charset="0"/>
              </a:rPr>
              <a:t> ALOHA…</a:t>
            </a:r>
            <a:endParaRPr lang="en-US" sz="3200" cap="none">
              <a:effectLst>
                <a:outerShdw dist="63500" dir="3600000" algn="tl" rotWithShape="0">
                  <a:srgbClr val="000000">
                    <a:alpha val="40000"/>
                  </a:srgbClr>
                </a:outerShdw>
              </a:effectLst>
              <a:latin typeface="Times" charset="0"/>
              <a:ea typeface="Calibri" pitchFamily="2" charset="0"/>
              <a:cs typeface="Calibri" pitchFamily="2" charset="0"/>
            </a:endParaRPr>
          </a:p>
        </p:txBody>
      </p:sp>
      <p:sp>
        <p:nvSpPr>
          <p:cNvPr id="4" name="Text Box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DwAAGAnAAAiPQAAoikAABAgAAAmAAAACAAAAP//////////"/>
              </a:ext>
            </a:extLst>
          </p:cNvSpPr>
          <p:nvPr/>
        </p:nvSpPr>
        <p:spPr>
          <a:xfrm>
            <a:off x="9753600" y="6400800"/>
            <a:ext cx="184150" cy="367030"/>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endParaRPr lang="en-US" sz="1800" i="0" cap="none" baseline="0"/>
          </a:p>
        </p:txBody>
      </p:sp>
      <p:sp>
        <p:nvSpPr>
          <p:cNvPr id="5"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QAIAAGgJAAAASAAA6BwAABAgAAAmAAAACAAAAP//////////"/>
              </a:ext>
            </a:extLst>
          </p:cNvSpPr>
          <p:nvPr/>
        </p:nvSpPr>
        <p:spPr>
          <a:xfrm>
            <a:off x="365760" y="1529080"/>
            <a:ext cx="11338560" cy="3169920"/>
          </a:xfrm>
          <a:prstGeom prst="rect">
            <a:avLst/>
          </a:prstGeom>
          <a:noFill/>
          <a:ln>
            <a:noFill/>
          </a:ln>
          <a:effectLst/>
        </p:spPr>
        <p:txBody>
          <a:bodyPr vert="horz" wrap="square" lIns="91440" tIns="45720" rIns="91440" bIns="45720" numCol="1" spcCol="215900" anchor="ctr"/>
          <a:lstStyle/>
          <a:p>
            <a:pPr marL="285750" indent="-285750" algn="just">
              <a:buFont typeface="Arial" pitchFamily="2" charset="0"/>
              <a:buChar char="•"/>
              <a:defRPr lang="en-US"/>
            </a:pPr>
            <a:r>
              <a:rPr lang="en-US" sz="2000" cap="none">
                <a:latin typeface="Times-Roman" charset="0"/>
                <a:ea typeface="Calibri" pitchFamily="2" charset="0"/>
                <a:cs typeface="Calibri" pitchFamily="2" charset="0"/>
              </a:rPr>
              <a:t>It can be proven that the average number of successful transmissions for slotted ALOHA is </a:t>
            </a:r>
            <a:r>
              <a:rPr lang="en-US" sz="2000" cap="none">
                <a:latin typeface="Times-Italic" charset="0"/>
                <a:ea typeface="Calibri" pitchFamily="2" charset="0"/>
                <a:cs typeface="Calibri" pitchFamily="2" charset="0"/>
              </a:rPr>
              <a:t>S </a:t>
            </a:r>
            <a:r>
              <a:rPr lang="en-US" sz="2000" cap="none">
                <a:latin typeface="Symbol" pitchFamily="1" charset="2"/>
                <a:ea typeface="Calibri" pitchFamily="2" charset="0"/>
                <a:cs typeface="Calibri" pitchFamily="2" charset="0"/>
              </a:rPr>
              <a:t>= </a:t>
            </a:r>
            <a:r>
              <a:rPr lang="en-US" sz="2000" cap="none">
                <a:latin typeface="Times-Italic" charset="0"/>
                <a:ea typeface="Calibri" pitchFamily="2" charset="0"/>
                <a:cs typeface="Calibri" pitchFamily="2" charset="0"/>
              </a:rPr>
              <a:t>G </a:t>
            </a:r>
            <a:r>
              <a:rPr lang="en-US" sz="2000" cap="none">
                <a:latin typeface="Symbol" pitchFamily="1" charset="2"/>
                <a:ea typeface="Calibri" pitchFamily="2" charset="0"/>
                <a:cs typeface="Calibri" pitchFamily="2" charset="0"/>
              </a:rPr>
              <a:t>*</a:t>
            </a:r>
            <a:r>
              <a:rPr lang="en-US" sz="2000" cap="none">
                <a:latin typeface="Times-Italic" charset="0"/>
                <a:ea typeface="Calibri" pitchFamily="2" charset="0"/>
                <a:cs typeface="Calibri" pitchFamily="2" charset="0"/>
              </a:rPr>
              <a:t>e^-G</a:t>
            </a:r>
            <a:r>
              <a:rPr lang="en-US" sz="2000" cap="none">
                <a:latin typeface="Times-Roman" charset="0"/>
                <a:ea typeface="Calibri" pitchFamily="2" charset="0"/>
                <a:cs typeface="Calibri" pitchFamily="2" charset="0"/>
              </a:rPr>
              <a:t>. </a:t>
            </a:r>
          </a:p>
          <a:p>
            <a:pPr marL="285750" indent="-285750" algn="just">
              <a:buFont typeface="Arial" pitchFamily="2" charset="0"/>
              <a:buChar char="•"/>
              <a:defRPr lang="en-US"/>
            </a:pPr>
            <a:endParaRPr lang="en-US" sz="20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2000" cap="none">
                <a:latin typeface="Times-Roman" charset="0"/>
                <a:ea typeface="Calibri" pitchFamily="2" charset="0"/>
                <a:cs typeface="Calibri" pitchFamily="2" charset="0"/>
              </a:rPr>
              <a:t>The maximum throughput </a:t>
            </a:r>
            <a:r>
              <a:rPr lang="en-US" sz="2000" cap="none">
                <a:latin typeface="Times-Italic" charset="0"/>
                <a:ea typeface="Calibri" pitchFamily="2" charset="0"/>
                <a:cs typeface="Calibri" pitchFamily="2" charset="0"/>
              </a:rPr>
              <a:t>Smax </a:t>
            </a:r>
            <a:r>
              <a:rPr lang="en-US" sz="2000" cap="none">
                <a:latin typeface="Times-Roman" charset="0"/>
                <a:ea typeface="Calibri" pitchFamily="2" charset="0"/>
                <a:cs typeface="Calibri" pitchFamily="2" charset="0"/>
              </a:rPr>
              <a:t>is 0.368, when </a:t>
            </a:r>
            <a:r>
              <a:rPr lang="en-US" sz="2000" cap="none">
                <a:latin typeface="Times-Italic" charset="0"/>
                <a:ea typeface="Calibri" pitchFamily="2" charset="0"/>
                <a:cs typeface="Calibri" pitchFamily="2" charset="0"/>
              </a:rPr>
              <a:t>G </a:t>
            </a:r>
            <a:r>
              <a:rPr lang="en-US" sz="2000" cap="none">
                <a:latin typeface="Symbol" pitchFamily="1" charset="2"/>
                <a:ea typeface="Calibri" pitchFamily="2" charset="0"/>
                <a:cs typeface="Calibri" pitchFamily="2" charset="0"/>
              </a:rPr>
              <a:t>= </a:t>
            </a:r>
            <a:r>
              <a:rPr lang="en-US" sz="2000" cap="none">
                <a:latin typeface="Times-Roman" charset="0"/>
                <a:ea typeface="Calibri" pitchFamily="2" charset="0"/>
                <a:cs typeface="Calibri" pitchFamily="2" charset="0"/>
              </a:rPr>
              <a:t>1. In other words, if one frame is generated during one frame transmission time, then 36.8 percent of these frames reach their destination successfully. </a:t>
            </a:r>
          </a:p>
          <a:p>
            <a:pPr marL="285750" indent="-285750" algn="just">
              <a:buFont typeface="Arial" pitchFamily="2" charset="0"/>
              <a:buChar char="•"/>
              <a:defRPr lang="en-US"/>
            </a:pPr>
            <a:endParaRPr lang="en-US" sz="20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2000" cap="none">
                <a:latin typeface="Times-Roman" charset="0"/>
                <a:ea typeface="Calibri" pitchFamily="2" charset="0"/>
                <a:cs typeface="Calibri" pitchFamily="2" charset="0"/>
              </a:rPr>
              <a:t>We expect </a:t>
            </a:r>
            <a:r>
              <a:rPr lang="en-US" sz="2000" cap="none">
                <a:latin typeface="Times-Italic" charset="0"/>
                <a:ea typeface="Calibri" pitchFamily="2" charset="0"/>
                <a:cs typeface="Calibri" pitchFamily="2" charset="0"/>
              </a:rPr>
              <a:t>G </a:t>
            </a:r>
            <a:r>
              <a:rPr lang="en-US" sz="2000" cap="none">
                <a:latin typeface="Symbol" pitchFamily="1" charset="2"/>
                <a:ea typeface="Calibri" pitchFamily="2" charset="0"/>
                <a:cs typeface="Calibri" pitchFamily="2" charset="0"/>
              </a:rPr>
              <a:t>= </a:t>
            </a:r>
            <a:r>
              <a:rPr lang="en-US" sz="2000" cap="none">
                <a:latin typeface="Times-Roman" charset="0"/>
                <a:ea typeface="Calibri" pitchFamily="2" charset="0"/>
                <a:cs typeface="Calibri" pitchFamily="2" charset="0"/>
              </a:rPr>
              <a:t>1 to produce maximum throughput because the vulnerable time is equal to the frame transmission time. </a:t>
            </a:r>
          </a:p>
          <a:p>
            <a:pPr marL="285750" indent="-285750" algn="just">
              <a:buFont typeface="Arial" pitchFamily="2" charset="0"/>
              <a:buChar char="•"/>
              <a:defRPr lang="en-US"/>
            </a:pPr>
            <a:endParaRPr lang="en-US" sz="2000" cap="none">
              <a:latin typeface="Times-Roman" charset="0"/>
              <a:ea typeface="Calibri" pitchFamily="2" charset="0"/>
              <a:cs typeface="Calibri" pitchFamily="2" charset="0"/>
            </a:endParaRPr>
          </a:p>
          <a:p>
            <a:pPr marL="285750" indent="-285750" algn="just">
              <a:buFont typeface="Arial" pitchFamily="2" charset="0"/>
              <a:buChar char="•"/>
              <a:defRPr lang="en-US"/>
            </a:pPr>
            <a:r>
              <a:rPr lang="en-US" sz="2000" cap="none">
                <a:latin typeface="Times-Roman" charset="0"/>
                <a:ea typeface="Calibri" pitchFamily="2" charset="0"/>
                <a:cs typeface="Calibri" pitchFamily="2" charset="0"/>
              </a:rPr>
              <a:t>Therefore, if a station generates only one frame in this vulnerable time (and no other station generates a frame during this time), the frame will reach its destination successfully.</a:t>
            </a:r>
            <a:endParaRPr lang="en-US" sz="4000" cap="none">
              <a:effectLst>
                <a:outerShdw dist="63500" dir="3600000" algn="tl" rotWithShape="0">
                  <a:srgbClr val="000000">
                    <a:alpha val="40000"/>
                  </a:srgbClr>
                </a:outerShdw>
              </a:effectLst>
            </a:endParaRPr>
          </a:p>
        </p:txBody>
      </p:sp>
      <p:pic>
        <p:nvPicPr>
          <p:cNvPr id="6" name="Picture 2"/>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JQNAAA4IAAAJjkAAMgoAAAQAAAAJgAAAAgAAAD//////////w=="/>
              </a:ext>
            </a:extLst>
          </p:cNvPicPr>
          <p:nvPr/>
        </p:nvPicPr>
        <p:blipFill>
          <a:blip r:embed="rId3"/>
          <a:stretch>
            <a:fillRect/>
          </a:stretch>
        </p:blipFill>
        <p:spPr>
          <a:xfrm>
            <a:off x="2207260" y="5237480"/>
            <a:ext cx="7082790" cy="1391920"/>
          </a:xfrm>
          <a:prstGeom prst="rect">
            <a:avLst/>
          </a:prstGeom>
          <a:noFill/>
          <a:ln>
            <a:noFill/>
          </a:ln>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CAAAB/AAAA"/>
              </a:ext>
            </a:extLst>
          </p:cNvSpPr>
          <p:nvPr>
            <p:ph type="sldNum" sz="quarter" idx="12"/>
          </p:nvPr>
        </p:nvSpPr>
        <p:spPr>
          <a:noFill/>
        </p:spPr>
        <p:txBody>
          <a:bodyP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2000" i="0" cap="none" baseline="0">
                <a:solidFill>
                  <a:schemeClr val="bg2"/>
                </a:solidFill>
                <a:latin typeface="Arial" pitchFamily="2" charset="0"/>
                <a:ea typeface="Calibri" pitchFamily="2" charset="0"/>
                <a:cs typeface="Calibri" pitchFamily="2" charset="0"/>
              </a:rPr>
              <a:t>12.</a:t>
            </a:r>
            <a:fld id="{1DB5CBC2-8CF0-E03D-BE0D-7A688543482F}" type="slidenum">
              <a:rPr lang="en-US" sz="2000" i="0" cap="none" baseline="0">
                <a:solidFill>
                  <a:schemeClr val="bg2"/>
                </a:solidFill>
                <a:latin typeface="Arial" pitchFamily="2" charset="0"/>
                <a:ea typeface="Calibri" pitchFamily="2" charset="0"/>
                <a:cs typeface="Calibri" pitchFamily="2" charset="0"/>
              </a:rPr>
              <a:pPr>
                <a:defRPr lang="en-US"/>
              </a:pPr>
              <a:t>22</a:t>
            </a:fld>
            <a:endParaRPr lang="en-US" sz="2000" i="0" cap="none" baseline="0">
              <a:solidFill>
                <a:schemeClr val="bg2"/>
              </a:solidFill>
              <a:latin typeface="Arial" pitchFamily="2" charset="0"/>
              <a:ea typeface="Calibri" pitchFamily="2" charset="0"/>
              <a:cs typeface="Calibri" pitchFamily="2" charset="0"/>
            </a:endParaRPr>
          </a:p>
        </p:txBody>
      </p:sp>
      <p:sp>
        <p:nvSpPr>
          <p:cNvPr id="3" name="Rectangle 2"/>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7X0xDf///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gAAAAEAAAAAAAAAAAAAAAAAAAAAAAAAAAAAAAAAAAAAAAAAAAAAAAJ/f38AAAAAA8zMzADAwP8Af39/AAAAAAAAAAAAAAAAAAAAAAAAAAAAIQAAABgAAAAUAAAAogsAAKoAAABUDgAAlgMAABAgAAAmAAAACAAAAP//////////"/>
              </a:ext>
            </a:extLst>
          </p:cNvSpPr>
          <p:nvPr/>
        </p:nvSpPr>
        <p:spPr>
          <a:xfrm>
            <a:off x="1891030" y="107950"/>
            <a:ext cx="438150" cy="474980"/>
          </a:xfrm>
          <a:prstGeom prst="rect">
            <a:avLst/>
          </a:prstGeom>
          <a:solidFill>
            <a:schemeClr val="accent2"/>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4" name="Rectangle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7X0xDf///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BgAAAAEAAAAAAAAAAAAAAAAAAAAAAAAAAAAAAAAAAAAAAAAAAAAAAAJ/f38AAAAAA8zMzADAwP8Af39/AAAAAAAAAAAAAAAAAAAAAAAAAAAAIQAAABgAAAAUAAAA/A0AAKoAAAACEAAAlgMAABAgAAAmAAAACAAAAP//////////"/>
              </a:ext>
            </a:extLst>
          </p:cNvSpPr>
          <p:nvPr/>
        </p:nvSpPr>
        <p:spPr>
          <a:xfrm>
            <a:off x="2273300" y="107950"/>
            <a:ext cx="328930" cy="474980"/>
          </a:xfrm>
          <a:prstGeom prst="rect">
            <a:avLst/>
          </a:prstGeom>
          <a:gradFill flip="none" rotWithShape="0">
            <a:gsLst>
              <a:gs pos="0">
                <a:schemeClr val="accent2"/>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5" name="Rectangle 4"/>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lU9y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CAAAAAEAAAAAAAAAAAAAAAAAAAAAAAAAAAAAAAAAAAAAAAAAAAAAAAJ/f38AAAAAA8zMzADAwP8Af39/AAAAAAAAAAAAAAAAAAAAAAAAAAAAIQAAABgAAAAUAAAAZQwAAEMDAAD+DgAALwYAABAgAAAmAAAACAAAAP//////////"/>
              </a:ext>
            </a:extLst>
          </p:cNvSpPr>
          <p:nvPr/>
        </p:nvSpPr>
        <p:spPr>
          <a:xfrm>
            <a:off x="2014855" y="530225"/>
            <a:ext cx="422275" cy="474980"/>
          </a:xfrm>
          <a:prstGeom prst="rect">
            <a:avLst/>
          </a:prstGeom>
          <a:solidFill>
            <a:schemeClr val="folHlink"/>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6" name="Rectangle 5"/>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lU9yD////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CAAAAAEAAAAAAAAAAAAAAAAAAAAAAAAAAAAAAAAAAAAAAAAAAAAAAAJ/f38AAAAAA8zMzADAwP8Af39/AAAAAAAAAAAAAAAAAAAAAAAAAAAAIQAAABgAAAAUAAAAqw4AAEMDAADvEAAALwYAABAgAAAmAAAACAAAAP//////////"/>
              </a:ext>
            </a:extLst>
          </p:cNvSpPr>
          <p:nvPr/>
        </p:nvSpPr>
        <p:spPr>
          <a:xfrm>
            <a:off x="2384425" y="530225"/>
            <a:ext cx="368300" cy="474980"/>
          </a:xfrm>
          <a:prstGeom prst="rect">
            <a:avLst/>
          </a:prstGeom>
          <a:gradFill flip="none" rotWithShape="0">
            <a:gsLst>
              <a:gs pos="0">
                <a:schemeClr val="folHlink"/>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7" name="Rectangle 6"/>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CAVjwQ4AAAAAAAAAAAAAAAAAAAAAAAAAAAAAAAAAAAAAeAAAAAEAAABAAAAAZAAAAJ3///+V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AQAAAAcAAAAAAAAAAAAAAAAAAAAAAAAAAAAAAAAAAAAAAAAAAAAAAAJ/f38AAAAAA8zMzADAwP8Af39/AAAAAAAAAAAAAAAAAAAAAAAAAAAAIQAAABgAAAAUAAAA2AkAANACAABLDQAAaQUAABAgAAAmAAAACAAAAP//////////"/>
              </a:ext>
            </a:extLst>
          </p:cNvSpPr>
          <p:nvPr/>
        </p:nvSpPr>
        <p:spPr>
          <a:xfrm>
            <a:off x="1600200" y="457200"/>
            <a:ext cx="560705" cy="422275"/>
          </a:xfrm>
          <a:prstGeom prst="rect">
            <a:avLst/>
          </a:prstGeom>
          <a:gradFill flip="none" rotWithShape="0">
            <a:gsLst>
              <a:gs pos="0">
                <a:schemeClr val="bg1"/>
              </a:gs>
              <a:gs pos="100000">
                <a:schemeClr val="hlink"/>
              </a:gs>
            </a:gsLst>
            <a:lin ang="1890000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8" name="Rectangle 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AAAAA5+bmCv///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wAAAAEAAAAAAAAAAAAAAAAAAAAAAAAAAAAAAAAAAAAAAAAAAAAAAAJ/f38AAAAAA8zMzADAwP8Af39/AAAAAAAAAAAAAAAAAAAAAAAAAAAAIQAAABgAAAAUAAAAwA0AAAAAAADyDQAAegYAABAgAAAmAAAACAAAAP//////////"/>
              </a:ext>
            </a:extLst>
          </p:cNvSpPr>
          <p:nvPr/>
        </p:nvSpPr>
        <p:spPr>
          <a:xfrm>
            <a:off x="2235200" y="0"/>
            <a:ext cx="31750" cy="1052830"/>
          </a:xfrm>
          <a:prstGeom prst="rect">
            <a:avLst/>
          </a:prstGeom>
          <a:solidFill>
            <a:schemeClr val="bg2"/>
          </a:soli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9" name="Rectangle 8"/>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BAAAAAAAAAAEAAABQAAAAAAAAAAAA4D8AAAAAAADgPwAAAAAAAOA/AAAAAAAA4D8AAAAAAADgPwAAAAAAAOA/AAAAAAAA4D8AAAAAAADgPwAAAAAAAOA/AAAAAAAA4D8CAAAAjAAAAAEAAAADAAAA5+bmCv///wgAAAAAAAAAAAAAAAAAAAAAAAAAAAAAAAAAAAAAeAAAAAEAAABAAAAAZAAAAAAAAABoAQ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AwAAAAEAAAAAAAAAAAAAAAAAAAAAAAAAAAAAAAAAAAAAAAAAAAAAAAJ/f38AAAAAA8zMzADAwP8Af39/AAAAAAAAAAAAAAAAAAAAAAAAAAAAIQAAABgAAAAUAAAAGgwAAEgDAAC1PgAAegMAABAgAAAmAAAACAAAAP//////////"/>
              </a:ext>
            </a:extLst>
          </p:cNvSpPr>
          <p:nvPr/>
        </p:nvSpPr>
        <p:spPr>
          <a:xfrm>
            <a:off x="1967230" y="533400"/>
            <a:ext cx="8226425" cy="31750"/>
          </a:xfrm>
          <a:prstGeom prst="rect">
            <a:avLst/>
          </a:prstGeom>
          <a:gradFill flip="none" rotWithShape="0">
            <a:gsLst>
              <a:gs pos="0">
                <a:schemeClr val="bg2"/>
              </a:gs>
              <a:gs pos="100000">
                <a:schemeClr val="bg1"/>
              </a:gs>
            </a:gsLst>
            <a:lin ang="0" scaled="0"/>
            <a:tileRect/>
          </a:gradFill>
          <a:ln>
            <a:noFill/>
          </a:ln>
          <a:effectLst/>
        </p:spPr>
        <p:txBody>
          <a:bodyPr vert="horz" wrap="none" lIns="91440" tIns="45720" rIns="91440" bIns="45720" numCol="1" spcCol="215900" anchor="ctr"/>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ctr">
              <a:defRPr lang="en-US"/>
            </a:pPr>
            <a:endParaRPr lang="en-US" sz="2400" b="0" i="0" cap="none" baseline="0">
              <a:latin typeface="Tahoma" pitchFamily="2" charset="0"/>
              <a:ea typeface="Calibri" pitchFamily="2" charset="0"/>
              <a:cs typeface="Calibri" pitchFamily="2" charset="0"/>
            </a:endParaRPr>
          </a:p>
        </p:txBody>
      </p:sp>
      <p:sp>
        <p:nvSpPr>
          <p:cNvPr id="10" name="Rectangle 9"/>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EAAAAAAAAA////C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QAAAAEAAAAAAAAAAAAAAAAAAAAAAAAAAAAAAAAAAAAAAAAAAAAAAAJ/f38AAAAAA8zMzADAwP8Af39/AAAAAAAAAAAAAAAAAAAAAAAAAAAAIQAAABgAAAAUAAAAKAUAAHkGAADCQwAAuAwAABAgAAAmAAAACAAAAP//////////"/>
              </a:ext>
            </a:extLst>
          </p:cNvSpPr>
          <p:nvPr/>
        </p:nvSpPr>
        <p:spPr>
          <a:xfrm>
            <a:off x="838200" y="1052195"/>
            <a:ext cx="10176510" cy="1015365"/>
          </a:xfrm>
          <a:prstGeom prst="rect">
            <a:avLst/>
          </a:prstGeom>
          <a:solidFill>
            <a:schemeClr val="bg1"/>
          </a:solidFill>
          <a:ln>
            <a:noFill/>
          </a:ln>
          <a:effectLst/>
        </p:spPr>
        <p:txBody>
          <a:bodyPr vert="horz" wrap="squar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just">
              <a:defRPr lang="en-US"/>
            </a:pPr>
            <a:r>
              <a:rPr lang="en-US" sz="2000" cap="none" baseline="0"/>
              <a:t>A slotted ALOHA  network transmits 200-bit frames on a shared channel of 200 kbps. What is the throughput if the system (all stations together) produces</a:t>
            </a:r>
          </a:p>
          <a:p>
            <a:pPr algn="just">
              <a:defRPr lang="en-US"/>
            </a:pPr>
            <a:r>
              <a:rPr lang="en-US" sz="2000" cap="none" baseline="0">
                <a:solidFill>
                  <a:schemeClr val="hlink"/>
                </a:solidFill>
              </a:rPr>
              <a:t>a.</a:t>
            </a:r>
            <a:r>
              <a:rPr lang="en-US" sz="2000" cap="none" baseline="0"/>
              <a:t> 1000 frames per second    </a:t>
            </a:r>
            <a:r>
              <a:rPr lang="en-US" sz="2000" cap="none" baseline="0">
                <a:solidFill>
                  <a:schemeClr val="hlink"/>
                </a:solidFill>
              </a:rPr>
              <a:t>b.</a:t>
            </a:r>
            <a:r>
              <a:rPr lang="en-US" sz="2000" cap="none" baseline="0"/>
              <a:t> 500 frames per second    </a:t>
            </a:r>
            <a:r>
              <a:rPr lang="en-US" sz="2000" cap="none" baseline="0">
                <a:solidFill>
                  <a:schemeClr val="hlink"/>
                </a:solidFill>
              </a:rPr>
              <a:t>c.</a:t>
            </a:r>
            <a:r>
              <a:rPr lang="en-US" sz="2000" cap="none" baseline="0"/>
              <a:t> 250 frames per second.</a:t>
            </a:r>
          </a:p>
        </p:txBody>
      </p:sp>
      <p:sp>
        <p:nvSpPr>
          <p:cNvPr id="11" name="Text Box 10"/>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BAAAAAAAACyHAAAmQMAABAgAAAmAAAACAAAAP//////////"/>
              </a:ext>
            </a:extLst>
          </p:cNvSpPr>
          <p:nvPr/>
        </p:nvSpPr>
        <p:spPr>
          <a:xfrm>
            <a:off x="2667000" y="0"/>
            <a:ext cx="1997710" cy="584835"/>
          </a:xfrm>
          <a:prstGeom prst="rect">
            <a:avLst/>
          </a:prstGeom>
          <a:noFill/>
          <a:ln>
            <a:noFill/>
          </a:ln>
          <a:effectLst/>
        </p:spPr>
        <p:txBody>
          <a:bodyPr vert="horz" wrap="non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defRPr lang="en-US"/>
            </a:pPr>
            <a:r>
              <a:rPr lang="en-US" sz="3200" cap="none" baseline="0">
                <a:solidFill>
                  <a:schemeClr val="hlink"/>
                </a:solidFill>
              </a:rPr>
              <a:t>Example 4</a:t>
            </a:r>
          </a:p>
        </p:txBody>
      </p:sp>
      <p:sp>
        <p:nvSpPr>
          <p:cNvPr id="12" name="Rectangle 11"/>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EAAAAAAAAA////C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QAAAAEAAAAAAAAAAAAAAAAAAAAAAAAAAAAAAAAAAAAAAAAAAAAAAAJ/f38AAAAAA8zMzADAwP8Af39/AAAAAAAAAAAAAAAAAAAAAAAAAAAAIQAAABgAAAAUAAAALQUAADgOAAAnQwAApSYAABAgAAAmAAAACAAAAP//////////"/>
              </a:ext>
            </a:extLst>
          </p:cNvSpPr>
          <p:nvPr/>
        </p:nvSpPr>
        <p:spPr>
          <a:xfrm>
            <a:off x="841375" y="2311400"/>
            <a:ext cx="10074910" cy="3970655"/>
          </a:xfrm>
          <a:prstGeom prst="rect">
            <a:avLst/>
          </a:prstGeom>
          <a:solidFill>
            <a:schemeClr val="bg1"/>
          </a:solidFill>
          <a:ln>
            <a:noFill/>
          </a:ln>
          <a:effectLst/>
        </p:spPr>
        <p:txBody>
          <a:bodyPr vert="horz" wrap="square" lIns="91440" tIns="45720" rIns="91440" bIns="45720" numCol="1" spcCol="215900" anchor="t"/>
          <a:lstStyle>
            <a:lvl1pPr>
              <a:defRPr lang="en-US" sz="2800" b="1" i="1" cap="none" baseline="0">
                <a:solidFill>
                  <a:schemeClr val="tx1"/>
                </a:solidFill>
                <a:latin typeface="Times New Roman" pitchFamily="1" charset="0"/>
                <a:ea typeface="Calibri" pitchFamily="2" charset="0"/>
                <a:cs typeface="Calibri" pitchFamily="2" charset="0"/>
              </a:defRPr>
            </a:lvl1pPr>
            <a:lvl2pPr marL="742950" indent="-285750">
              <a:defRPr lang="en-US" sz="2800" b="1" i="1" cap="none" baseline="0">
                <a:solidFill>
                  <a:schemeClr val="tx1"/>
                </a:solidFill>
                <a:latin typeface="Times New Roman" pitchFamily="1" charset="0"/>
                <a:ea typeface="Calibri" pitchFamily="2" charset="0"/>
                <a:cs typeface="Calibri" pitchFamily="2" charset="0"/>
              </a:defRPr>
            </a:lvl2pPr>
            <a:lvl3pPr marL="1143000" indent="-228600">
              <a:defRPr lang="en-US" sz="2800" b="1" i="1" cap="none" baseline="0">
                <a:solidFill>
                  <a:schemeClr val="tx1"/>
                </a:solidFill>
                <a:latin typeface="Times New Roman" pitchFamily="1" charset="0"/>
                <a:ea typeface="Calibri" pitchFamily="2" charset="0"/>
                <a:cs typeface="Calibri" pitchFamily="2" charset="0"/>
              </a:defRPr>
            </a:lvl3pPr>
            <a:lvl4pPr marL="1600200" indent="-228600">
              <a:defRPr lang="en-US" sz="2800" b="1" i="1" cap="none" baseline="0">
                <a:solidFill>
                  <a:schemeClr val="tx1"/>
                </a:solidFill>
                <a:latin typeface="Times New Roman" pitchFamily="1" charset="0"/>
                <a:ea typeface="Calibri" pitchFamily="2" charset="0"/>
                <a:cs typeface="Calibri" pitchFamily="2" charset="0"/>
              </a:defRPr>
            </a:lvl4pPr>
            <a:lvl5pPr marL="2057400" indent="-228600">
              <a:defRPr lang="en-US" sz="2800" b="1" i="1" cap="none" baseline="0">
                <a:solidFill>
                  <a:schemeClr val="tx1"/>
                </a:solidFill>
                <a:latin typeface="Times New Roman" pitchFamily="1" charset="0"/>
                <a:ea typeface="Calibri" pitchFamily="2" charset="0"/>
                <a:cs typeface="Calibri" pitchFamily="2" charset="0"/>
              </a:defRPr>
            </a:lvl5pPr>
            <a:lvl6pPr marL="25146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6pPr>
            <a:lvl7pPr marL="29718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7pPr>
            <a:lvl8pPr marL="34290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8pPr>
            <a:lvl9pPr marL="3886200" indent="-228600">
              <a:spcBef>
                <a:spcPts val="0"/>
              </a:spcBef>
              <a:spcAft>
                <a:spcPts val="0"/>
              </a:spcAft>
              <a:defRPr lang="en-US" sz="2800" b="1" i="1" cap="none" baseline="0">
                <a:solidFill>
                  <a:schemeClr val="tx1"/>
                </a:solidFill>
                <a:latin typeface="Times New Roman" pitchFamily="1" charset="0"/>
                <a:ea typeface="Calibri" pitchFamily="2" charset="0"/>
                <a:cs typeface="Calibri" pitchFamily="2" charset="0"/>
              </a:defRPr>
            </a:lvl9pPr>
          </a:lstStyle>
          <a:p>
            <a:pPr algn="just">
              <a:defRPr lang="en-US"/>
            </a:pPr>
            <a:r>
              <a:rPr lang="en-US" sz="1800" b="0" cap="none" baseline="0">
                <a:solidFill>
                  <a:schemeClr val="hlink"/>
                </a:solidFill>
              </a:rPr>
              <a:t>Solution</a:t>
            </a:r>
          </a:p>
          <a:p>
            <a:pPr algn="just">
              <a:defRPr lang="en-US"/>
            </a:pPr>
            <a:r>
              <a:rPr lang="en-US" sz="1800" b="0" cap="none" baseline="0"/>
              <a:t>The frame transmission time is 200/200 kbps or 1 ms.</a:t>
            </a:r>
          </a:p>
          <a:p>
            <a:pPr marL="342900" indent="-342900" algn="just">
              <a:buFont typeface="Calibri Light" pitchFamily="2" charset="0"/>
              <a:buAutoNum type="alphaLcPeriod"/>
              <a:defRPr lang="en-US"/>
            </a:pPr>
            <a:r>
              <a:rPr lang="en-US" sz="1800" b="0" cap="none" baseline="0"/>
              <a:t>If the system creates 1000 frames per second, this is 1 frame per millisecond. The load is 1. In this case  S = G× e</a:t>
            </a:r>
            <a:r>
              <a:rPr lang="en-US" sz="1800" b="0" cap="none"/>
              <a:t>−G</a:t>
            </a:r>
            <a:r>
              <a:rPr lang="en-US" sz="1800" b="0" cap="none" baseline="0"/>
              <a:t> or S = 0.368 (36.8 percent). This means that the throughput is 1000 × 0.0368 = 368frames.</a:t>
            </a:r>
            <a:r>
              <a:t/>
            </a:r>
            <a:br/>
            <a:r>
              <a:rPr lang="en-US" sz="1800" b="0" cap="none" baseline="0"/>
              <a:t>Only 386 frames out of 1000 will probably survive.</a:t>
            </a:r>
          </a:p>
          <a:p>
            <a:pPr marL="342900" indent="-342900" algn="just">
              <a:buFont typeface="Calibri Light" pitchFamily="2" charset="0"/>
              <a:buAutoNum type="alphaLcPeriod"/>
              <a:defRPr lang="en-US"/>
            </a:pPr>
            <a:endParaRPr lang="en-US" sz="1800" b="0" cap="none" baseline="0"/>
          </a:p>
          <a:p>
            <a:pPr marL="342900" indent="-342900" algn="just">
              <a:buFont typeface="Calibri Light" pitchFamily="2" charset="0"/>
              <a:buAutoNum type="alphaLcPeriod"/>
              <a:defRPr lang="en-US"/>
            </a:pPr>
            <a:r>
              <a:rPr lang="en-US" sz="1800" b="0" cap="none" baseline="0"/>
              <a:t>If the system creates 500 frames per second, this is (1/2) frame per millisecond. The load is (1/2). In this  case S = G × e−G or S = 0.303 (30.3 percent). This means that the throughput is 500 × 0.0303 = 151.  Only 151 frames out of 500 will probably survive.</a:t>
            </a:r>
          </a:p>
          <a:p>
            <a:pPr marL="342900" indent="-342900" algn="just">
              <a:buFont typeface="Calibri Light" pitchFamily="2" charset="0"/>
              <a:buAutoNum type="alphaLcPeriod"/>
              <a:defRPr lang="en-US"/>
            </a:pPr>
            <a:endParaRPr lang="en-US" sz="1800" b="0" cap="none" baseline="0"/>
          </a:p>
          <a:p>
            <a:pPr marL="342900" indent="-342900" algn="just">
              <a:buFont typeface="Calibri Light" pitchFamily="2" charset="0"/>
              <a:buAutoNum type="alphaLcPeriod"/>
              <a:defRPr lang="en-US"/>
            </a:pPr>
            <a:r>
              <a:rPr lang="en-US" sz="1800" b="0" cap="none" baseline="0"/>
              <a:t>If the system creates 250 frames per second, this is (1/4) frame per millisecond. The load is (1/4). In this case S = G × e −G or S = 0.195 (19.5 percent). This means that the throughput is 250 × 0.195 = 49. Only 49 frames out of 250 will probably survive.</a:t>
            </a:r>
          </a:p>
          <a:p>
            <a:pPr marL="342900" indent="-342900">
              <a:buAutoNum type="alphaLcPeriod"/>
              <a:defRPr lang="en-US"/>
            </a:pPr>
            <a:endParaRPr lang="en-US" sz="1800" b="0" cap="none" baseline="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E8EAAB8CAAAhh0AALQhAAAQAAAAJgAAAAgAAAD//////////w=="/>
              </a:ext>
            </a:extLst>
          </p:cNvPicPr>
          <p:nvPr/>
        </p:nvPicPr>
        <p:blipFill>
          <a:blip r:embed="rId2"/>
          <a:stretch>
            <a:fillRect/>
          </a:stretch>
        </p:blipFill>
        <p:spPr>
          <a:xfrm>
            <a:off x="700405" y="1379220"/>
            <a:ext cx="4098925" cy="4099560"/>
          </a:xfrm>
          <a:prstGeom prst="rect">
            <a:avLst/>
          </a:prstGeom>
          <a:noFill/>
          <a:ln>
            <a:noFill/>
          </a:ln>
          <a:effectLst/>
        </p:spPr>
      </p:pic>
      <p:sp>
        <p:nvSpPr>
          <p:cNvPr id="3" name="Content Placeholder 2"/>
          <p:cNvSpPr>
            <a:spLocks noGrp="1" noChangeArrowheads="1"/>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gCUAAMAJAADiRgAA2yYAABAAAAAmAAAACAAAAAEgAAAAAAAA"/>
              </a:ext>
            </a:extLst>
          </p:cNvSpPr>
          <p:nvPr>
            <p:ph type="body" idx="1"/>
          </p:nvPr>
        </p:nvSpPr>
        <p:spPr>
          <a:xfrm>
            <a:off x="6096000" y="1584960"/>
            <a:ext cx="5426710" cy="4731385"/>
          </a:xfrm>
        </p:spPr>
        <p:txBody>
          <a:bodyPr vert="horz" wrap="square" lIns="91440" tIns="45720" rIns="91440" bIns="45720" numCol="1" spcCol="215900" anchor="t">
            <a:prstTxWarp prst="textNoShape">
              <a:avLst/>
            </a:prstTxWarp>
          </a:bodyPr>
          <a:lstStyle/>
          <a:p>
            <a:pPr>
              <a:defRPr lang="en-US"/>
            </a:pPr>
            <a:r>
              <a:t>Random Access Protocols </a:t>
            </a:r>
          </a:p>
          <a:p>
            <a:pPr>
              <a:buFont typeface="Wingdings" charset="2"/>
              <a:buChar char="Ø"/>
              <a:defRPr lang="en-US"/>
            </a:pPr>
            <a:endParaRPr/>
          </a:p>
          <a:p>
            <a:pPr>
              <a:defRPr lang="en-US"/>
            </a:pPr>
            <a:r>
              <a:t>ALOHA Protocols</a:t>
            </a:r>
          </a:p>
          <a:p>
            <a:pPr lvl="1">
              <a:buFont typeface="Wingdings" charset="2"/>
              <a:buChar char="Ø"/>
              <a:defRPr lang="en-US"/>
            </a:pPr>
            <a:r>
              <a:t> Pure ALOHA</a:t>
            </a:r>
          </a:p>
          <a:p>
            <a:pPr lvl="1">
              <a:buFont typeface="Wingdings" charset="2"/>
              <a:buChar char="Ø"/>
              <a:defRPr lang="en-US"/>
            </a:pPr>
            <a:r>
              <a:t> Slotted ALOHA</a:t>
            </a:r>
          </a:p>
          <a:p>
            <a:pPr>
              <a:defRPr lang="en-US"/>
            </a:pPr>
            <a:endParaRPr/>
          </a:p>
          <a:p>
            <a:pPr>
              <a:defRPr lang="en-US"/>
            </a:pPr>
            <a:endParaRPr/>
          </a:p>
        </p:txBody>
      </p:sp>
      <p:pic>
        <p:nvPicPr>
          <p:cNvPr id="4" name="Picture 2" descr="KL Deemed to be University Logo"/>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AAAAAAAAAAAPwwAALEDAAAQAAAAJgAAAAgAAAD//////////w=="/>
              </a:ext>
            </a:extLst>
          </p:cNvPicPr>
          <p:nvPr/>
        </p:nvPicPr>
        <p:blipFill>
          <a:blip r:embed="rId3"/>
          <a:stretch>
            <a:fillRect/>
          </a:stretch>
        </p:blipFill>
        <p:spPr>
          <a:xfrm>
            <a:off x="0" y="0"/>
            <a:ext cx="1990725" cy="600075"/>
          </a:xfrm>
          <a:prstGeom prst="rect">
            <a:avLst/>
          </a:prstGeom>
          <a:noFill/>
          <a:ln>
            <a:noFill/>
          </a:ln>
          <a:effectLst/>
        </p:spPr>
      </p:pic>
      <p:sp>
        <p:nvSpPr>
          <p:cNvPr id="5" name="Rounded Rectangle 1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QAAAAAAAAAAAAAAAAAAAAEAAAC6JTIAPAAAACoAAAAqAAAAZAAAAGQAAAAAAAAAy8vLADwAAAAqAAAAKgAAAGQAAABkAAAAAAAAABcAAAAUAAAAAAAAAAAAAAD/fwAA/38AAAAAAAAJAAAABAAAAAAAAAA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uiUyAAAAAAEAAAAAAAAAAAAAAAAAAAAAAAAAAAAAAAAAAAAAAAAAAERzngB/f38AuiUyAMvLywDAwP8Af39/AAAAAAAAAAAAAAAAAAAAAAAAAAAAIQAAABgAAAAUAAAA3BQAAJUAAAAkNgAAHwMAABAAAAAmAAAACAAAAP//////////"/>
              </a:ext>
            </a:extLst>
          </p:cNvSpPr>
          <p:nvPr/>
        </p:nvSpPr>
        <p:spPr>
          <a:xfrm>
            <a:off x="3390900" y="94615"/>
            <a:ext cx="5410200" cy="412750"/>
          </a:xfrm>
          <a:prstGeom prst="roundRect">
            <a:avLst>
              <a:gd name="adj" fmla="val 16667"/>
            </a:avLst>
          </a:prstGeom>
          <a:solidFill>
            <a:srgbClr val="BA2532"/>
          </a:solidFill>
          <a:ln>
            <a:noFill/>
          </a:ln>
          <a:effectLst>
            <a:outerShdw blurRad="50800" dist="37717" dir="2700000" algn="tl">
              <a:srgbClr val="BA2532">
                <a:alpha val="40000"/>
              </a:srgb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r>
              <a:rPr lang="en-US" sz="2400" cap="none"/>
              <a:t>SUMMARY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charRg st="4294967295" end="4294967295"/>
                                            </p:txEl>
                                          </p:spTgt>
                                        </p:tgtEl>
                                        <p:attrNameLst>
                                          <p:attrName>style.visibility</p:attrName>
                                        </p:attrNameLst>
                                      </p:cBhvr>
                                      <p:to>
                                        <p:strVal val="visible"/>
                                      </p:to>
                                    </p:set>
                                    <p:anim calcmode="lin" valueType="num">
                                      <p:cBhvr>
                                        <p:cTn id="7" dur="1000" fill="hold"/>
                                        <p:tgtEl>
                                          <p:spTgt spid="3">
                                            <p:txEl>
                                              <p:charRg st="4294967295" end="4294967295"/>
                                            </p:txEl>
                                          </p:spTgt>
                                        </p:tgtEl>
                                        <p:attrNameLst>
                                          <p:attrName>ppt_x</p:attrName>
                                        </p:attrNameLst>
                                      </p:cBhvr>
                                      <p:tavLst>
                                        <p:tav tm="0">
                                          <p:val>
                                            <p:strVal val="#ppt_x"/>
                                          </p:val>
                                        </p:tav>
                                        <p:tav tm="100000">
                                          <p:val>
                                            <p:strVal val="#ppt_x"/>
                                          </p:val>
                                        </p:tav>
                                      </p:tavLst>
                                    </p:anim>
                                    <p:anim calcmode="lin" valueType="num">
                                      <p:cBhvr>
                                        <p:cTn id="8" dur="1000" fill="hold"/>
                                        <p:tgtEl>
                                          <p:spTgt spid="3">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p:stCondLst>
                                    <p:cond delay="0"/>
                                  </p:stCondLst>
                                  <p:childTnLst>
                                    <p:set>
                                      <p:cBhvr>
                                        <p:cTn id="12" dur="1" fill="hold">
                                          <p:stCondLst>
                                            <p:cond delay="0"/>
                                          </p:stCondLst>
                                        </p:cTn>
                                        <p:tgtEl>
                                          <p:spTgt spid="3">
                                            <p:txEl>
                                              <p:charRg st="4294967295" end="4294967295"/>
                                            </p:txEl>
                                          </p:spTgt>
                                        </p:tgtEl>
                                        <p:attrNameLst>
                                          <p:attrName>style.visibility</p:attrName>
                                        </p:attrNameLst>
                                      </p:cBhvr>
                                      <p:to>
                                        <p:strVal val="visible"/>
                                      </p:to>
                                    </p:set>
                                    <p:anim calcmode="lin" valueType="num">
                                      <p:cBhvr>
                                        <p:cTn id="13" dur="1000" fill="hold"/>
                                        <p:tgtEl>
                                          <p:spTgt spid="3">
                                            <p:txEl>
                                              <p:charRg st="4294967295" end="4294967295"/>
                                            </p:txEl>
                                          </p:spTgt>
                                        </p:tgtEl>
                                        <p:attrNameLst>
                                          <p:attrName>ppt_x</p:attrName>
                                        </p:attrNameLst>
                                      </p:cBhvr>
                                      <p:tavLst>
                                        <p:tav tm="0">
                                          <p:val>
                                            <p:strVal val="#ppt_x"/>
                                          </p:val>
                                        </p:tav>
                                        <p:tav tm="100000">
                                          <p:val>
                                            <p:strVal val="#ppt_x"/>
                                          </p:val>
                                        </p:tav>
                                      </p:tavLst>
                                    </p:anim>
                                    <p:anim calcmode="lin" valueType="num">
                                      <p:cBhvr>
                                        <p:cTn id="14" dur="1000" fill="hold"/>
                                        <p:tgtEl>
                                          <p:spTgt spid="3">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2" nodeType="clickEffect">
                                  <p:stCondLst>
                                    <p:cond delay="0"/>
                                  </p:stCondLst>
                                  <p:childTnLst>
                                    <p:set>
                                      <p:cBhvr>
                                        <p:cTn id="18" dur="1" fill="hold">
                                          <p:stCondLst>
                                            <p:cond delay="0"/>
                                          </p:stCondLst>
                                        </p:cTn>
                                        <p:tgtEl>
                                          <p:spTgt spid="3">
                                            <p:txEl>
                                              <p:charRg st="4294967295" end="4294967295"/>
                                            </p:txEl>
                                          </p:spTgt>
                                        </p:tgtEl>
                                        <p:attrNameLst>
                                          <p:attrName>style.visibility</p:attrName>
                                        </p:attrNameLst>
                                      </p:cBhvr>
                                      <p:to>
                                        <p:strVal val="visible"/>
                                      </p:to>
                                    </p:set>
                                    <p:anim calcmode="lin" valueType="num">
                                      <p:cBhvr>
                                        <p:cTn id="19" dur="1000" fill="hold"/>
                                        <p:tgtEl>
                                          <p:spTgt spid="3">
                                            <p:txEl>
                                              <p:charRg st="4294967295" end="4294967295"/>
                                            </p:txEl>
                                          </p:spTgt>
                                        </p:tgtEl>
                                        <p:attrNameLst>
                                          <p:attrName>ppt_x</p:attrName>
                                        </p:attrNameLst>
                                      </p:cBhvr>
                                      <p:tavLst>
                                        <p:tav tm="0">
                                          <p:val>
                                            <p:strVal val="#ppt_x"/>
                                          </p:val>
                                        </p:tav>
                                        <p:tav tm="100000">
                                          <p:val>
                                            <p:strVal val="#ppt_x"/>
                                          </p:val>
                                        </p:tav>
                                      </p:tavLst>
                                    </p:anim>
                                    <p:anim calcmode="lin" valueType="num">
                                      <p:cBhvr>
                                        <p:cTn id="20" dur="1000" fill="hold"/>
                                        <p:tgtEl>
                                          <p:spTgt spid="3">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3" nodeType="clickEffect">
                                  <p:stCondLst>
                                    <p:cond delay="0"/>
                                  </p:stCondLst>
                                  <p:childTnLst>
                                    <p:set>
                                      <p:cBhvr>
                                        <p:cTn id="24" dur="1" fill="hold">
                                          <p:stCondLst>
                                            <p:cond delay="0"/>
                                          </p:stCondLst>
                                        </p:cTn>
                                        <p:tgtEl>
                                          <p:spTgt spid="3">
                                            <p:txEl>
                                              <p:charRg st="4294967295" end="4294967295"/>
                                            </p:txEl>
                                          </p:spTgt>
                                        </p:tgtEl>
                                        <p:attrNameLst>
                                          <p:attrName>style.visibility</p:attrName>
                                        </p:attrNameLst>
                                      </p:cBhvr>
                                      <p:to>
                                        <p:strVal val="visible"/>
                                      </p:to>
                                    </p:set>
                                    <p:anim calcmode="lin" valueType="num">
                                      <p:cBhvr>
                                        <p:cTn id="25" dur="1000" fill="hold"/>
                                        <p:tgtEl>
                                          <p:spTgt spid="3">
                                            <p:txEl>
                                              <p:charRg st="4294967295" end="4294967295"/>
                                            </p:txEl>
                                          </p:spTgt>
                                        </p:tgtEl>
                                        <p:attrNameLst>
                                          <p:attrName>ppt_x</p:attrName>
                                        </p:attrNameLst>
                                      </p:cBhvr>
                                      <p:tavLst>
                                        <p:tav tm="0">
                                          <p:val>
                                            <p:strVal val="#ppt_x"/>
                                          </p:val>
                                        </p:tav>
                                        <p:tav tm="100000">
                                          <p:val>
                                            <p:strVal val="#ppt_x"/>
                                          </p:val>
                                        </p:tav>
                                      </p:tavLst>
                                    </p:anim>
                                    <p:anim calcmode="lin" valueType="num">
                                      <p:cBhvr>
                                        <p:cTn id="26" dur="1000" fill="hold"/>
                                        <p:tgtEl>
                                          <p:spTgt spid="3">
                                            <p:txEl>
                                              <p:charRg st="4294967295" end="429496729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dvAuto="0"/>
      <p:bldP spid="3" grpId="1" animBg="1" advAuto="0"/>
      <p:bldP spid="3" grpId="2" animBg="1" advAuto="0"/>
      <p:bldP spid="3" grpId="3" animBg="1" advAuto="0"/>
      <p:bldP spid="5" grpId="0" animBg="1"/>
    </p:bldLst>
    <p:extLst>
      <p:ext uri="smNativeData">
        <pr:smNativeData xmlns:mc="http://schemas.openxmlformats.org/markup-compatibility/2006" xmlns:p14="http://schemas.microsoft.com/office/powerpoint/2010/main" xmlns:p15="http://schemas.microsoft.com/office/powerpoint/2012/main" xmlns:pr="smNativeData" xmlns="smNativeData" val="zyvAZgUAAAAFAAAAAAAAAAEAAAACAAAABAAAAAAAAAAAAAAAAAAAAAsAAAACAAAAAQAAAAIAAAAEAAAAAAAAAAAAAAAAAAAAEQAAAAMAAAABAAAAAgAAAAQAAAAAAAAAAAAAAAAAAAAXAAAABAAAAAEAAAACAAAABAAAAAAAAAAAAAAAAAAAAB0AAAD9////AQAAAAoAAAAAAAAAAAAAAAAAAAAAAAAA"/>
      </p:ext>
    </p:ext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QAAAAAAAAAAAAAAAAAAAAEAAAC6JTIAPAAAACoAAAAqAAAAZAAAAGQAAAAAAAAAy8vLADwAAAAqAAAAKgAAAGQAAABkAAAAAAAAABcAAAAUAAAAAAAAAAAAAAD/fwAA/38AAAAAAAAJAAAABAAAAAMA//8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uiUyAAAAAAEAAAAAAAAAAAAAAAAAAAAAAAAAAAAAAAAAAAAAAAAAAERzngB/f38AuiUyAMvLywDAwP8Af39/AAAAAAAAAAAAAAAAAAAAAAAAAAAAIQAAABgAAAAUAAAA3BQAAJUAAAAkNgAAHwMAABAAAAAmAAAACAAAAP//////////"/>
              </a:ext>
            </a:extLst>
          </p:cNvSpPr>
          <p:nvPr/>
        </p:nvSpPr>
        <p:spPr>
          <a:xfrm>
            <a:off x="3390900" y="94615"/>
            <a:ext cx="5410200" cy="412750"/>
          </a:xfrm>
          <a:prstGeom prst="roundRect">
            <a:avLst>
              <a:gd name="adj" fmla="val 16667"/>
            </a:avLst>
          </a:prstGeom>
          <a:solidFill>
            <a:srgbClr val="BA2532"/>
          </a:solidFill>
          <a:ln>
            <a:noFill/>
          </a:ln>
          <a:effectLst>
            <a:outerShdw blurRad="50800" dist="37717" dir="2700000" algn="tl">
              <a:srgbClr val="BA2532">
                <a:alpha val="40000"/>
              </a:srgb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r>
              <a:rPr lang="en-US" sz="2400" cap="none"/>
              <a:t>TERMINAL QUESTIONS</a:t>
            </a:r>
          </a:p>
        </p:txBody>
      </p:sp>
      <p:sp>
        <p:nvSpPr>
          <p:cNvPr id="3" name="TextBox 8"/>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RwUAAIANAABeRAAAHRUAABAgAAAmAAAACAAAAP//////////"/>
              </a:ext>
            </a:extLst>
          </p:cNvSpPr>
          <p:nvPr/>
        </p:nvSpPr>
        <p:spPr>
          <a:xfrm>
            <a:off x="857885" y="2194560"/>
            <a:ext cx="10255885" cy="1237615"/>
          </a:xfrm>
          <a:prstGeom prst="rect">
            <a:avLst/>
          </a:prstGeom>
          <a:noFill/>
          <a:ln>
            <a:noFill/>
          </a:ln>
          <a:effectLst/>
        </p:spPr>
        <p:txBody>
          <a:bodyPr vert="horz" wrap="square" lIns="91440" tIns="45720" rIns="91440" bIns="45720" numCol="1" spcCol="215900" anchor="t"/>
          <a:lstStyle/>
          <a:p>
            <a:pPr>
              <a:lnSpc>
                <a:spcPct val="200000"/>
              </a:lnSpc>
              <a:defRPr lang="en-US"/>
            </a:pPr>
            <a:r>
              <a:rPr lang="en-US" b="1" cap="none"/>
              <a:t>1. </a:t>
            </a:r>
            <a:r>
              <a:rPr lang="en-US" sz="2000" cap="none"/>
              <a:t>Describe the working of Pure ALOHA protocol.</a:t>
            </a:r>
          </a:p>
          <a:p>
            <a:pPr>
              <a:lnSpc>
                <a:spcPct val="200000"/>
              </a:lnSpc>
              <a:defRPr lang="en-US"/>
            </a:pPr>
            <a:r>
              <a:rPr lang="en-US" sz="2000" cap="none"/>
              <a:t>2. Describe the working of Slotted ALOHA protocol.</a:t>
            </a:r>
          </a:p>
        </p:txBody>
      </p:sp>
      <p:pic>
        <p:nvPicPr>
          <p:cNvPr id="4" name="Picture 2" descr="KL Deemed to be University Logo"/>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AAAAAAAAAAAPwwAALEDAAAQAAAAJgAAAAgAAAD//////////w=="/>
              </a:ext>
            </a:extLst>
          </p:cNvPicPr>
          <p:nvPr/>
        </p:nvPicPr>
        <p:blipFill>
          <a:blip r:embed="rId2"/>
          <a:stretch>
            <a:fillRect/>
          </a:stretch>
        </p:blipFill>
        <p:spPr>
          <a:xfrm>
            <a:off x="0" y="0"/>
            <a:ext cx="1990725" cy="600075"/>
          </a:xfrm>
          <a:prstGeom prst="rect">
            <a:avLst/>
          </a:prstGeom>
          <a:noFill/>
          <a:ln>
            <a:noFill/>
          </a:ln>
          <a:effectLst/>
        </p:spPr>
      </p:pic>
    </p:spTree>
  </p:cSld>
  <p:clrMapOvr>
    <a:masterClrMapping/>
  </p:clrMapOvr>
  <p:transition spd="med">
    <p:extLst>
      <p:ext uri="smNativeData">
        <pr:smNativeData xmlns:mc="http://schemas.openxmlformats.org/markup-compatibility/2006" xmlns:p14="http://schemas.microsoft.com/office/powerpoint/2010/main" xmlns:p15="http://schemas.microsoft.com/office/powerpoint/2012/main" xmlns:pr="smNativeData" xmlns="smNativeData" val="zyvAZgAAAADiBAAAAAAAAEwAAAAAAAAAAAAAAAAAAAAAAAAAAQAAAAAAAAAAAAAAAAAAAAAAAAAAAAAA" duo="zyvAZgAAAAAAAAAAAAAAAAAAAAA="/>
      </p:ext>
    </p:extLs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extLst>
      <p:ext uri="smNativeData">
        <pr:smNativeData xmlns:mc="http://schemas.openxmlformats.org/markup-compatibility/2006" xmlns:p14="http://schemas.microsoft.com/office/powerpoint/2010/main" xmlns:p15="http://schemas.microsoft.com/office/powerpoint/2012/main" xmlns:pr="smNativeData" xmlns="smNativeData" val="zyvAZgEAAAAFAAAA/f///wEAAAAKAAAAAAAAAAAAAAAAAAAAAAAAAA=="/>
      </p:ext>
    </p:ext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7"/>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uiUyAP///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QAAAAAAAAAAAAAAAAAAAAEAAAC6JTIAPAAAACoAAAAqAAAAZAAAAGQAAAAAAAAAy8vLADwAAAAqAAAAKgAAAGQAAABkAAAAAAAAABcAAAAUAAAAAAAAAAAAAAD/fwAA/38AAAAAAAAJAAAABAAAAAAAAAA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uiUyAAAAAAEAAAAAAAAAAAAAAAAAAAAAAAAAAAAAAAAAAAAAAAAAAERzngB/f38AuiUyAMvLywDAwP8Af39/AAAAAAAAAAAAAAAAAAAAAAAAAAAAIQAAABgAAAAUAAAATA0AAJQAAAABOQAAHQMAABAAAAAmAAAACAAAAP//////////"/>
              </a:ext>
            </a:extLst>
          </p:cNvSpPr>
          <p:nvPr/>
        </p:nvSpPr>
        <p:spPr>
          <a:xfrm>
            <a:off x="2161540" y="93980"/>
            <a:ext cx="7105015" cy="412115"/>
          </a:xfrm>
          <a:prstGeom prst="roundRect">
            <a:avLst>
              <a:gd name="adj" fmla="val 16667"/>
            </a:avLst>
          </a:prstGeom>
          <a:solidFill>
            <a:srgbClr val="BA2532"/>
          </a:solidFill>
          <a:ln>
            <a:noFill/>
          </a:ln>
          <a:effectLst>
            <a:outerShdw blurRad="50800" dist="37717" dir="2700000" algn="tl">
              <a:srgbClr val="BA2532">
                <a:alpha val="40000"/>
              </a:srgb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r>
              <a:rPr lang="en-US" sz="2400" cap="none"/>
              <a:t>REFERENCES FOR FURTHER LEARNING OF THE SESSION</a:t>
            </a:r>
            <a:endParaRPr lang="en-US" sz="2400" cap="none">
              <a:solidFill>
                <a:schemeClr val="bg1"/>
              </a:solidFill>
              <a:latin typeface="Poppins" charset="0"/>
              <a:ea typeface="Calibri" pitchFamily="2" charset="0"/>
              <a:cs typeface="Poppins" charset="0"/>
            </a:endParaRPr>
          </a:p>
        </p:txBody>
      </p:sp>
      <p:sp>
        <p:nvSpPr>
          <p:cNvPr id="3" name="TextBox 8"/>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AAAAE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igUAAC8HAAClQAAAthEAABAgAAAmAAAACAAAAP//////////"/>
              </a:ext>
            </a:extLst>
          </p:cNvSpPr>
          <p:nvPr/>
        </p:nvSpPr>
        <p:spPr>
          <a:xfrm>
            <a:off x="900430" y="1167765"/>
            <a:ext cx="9608185" cy="1711325"/>
          </a:xfrm>
          <a:prstGeom prst="rect">
            <a:avLst/>
          </a:prstGeom>
          <a:noFill/>
          <a:ln>
            <a:noFill/>
          </a:ln>
          <a:effectLst/>
        </p:spPr>
        <p:txBody>
          <a:bodyPr vert="horz" wrap="square" lIns="91440" tIns="45720" rIns="91440" bIns="45720" numCol="1" spcCol="215900" anchor="t"/>
          <a:lstStyle/>
          <a:p>
            <a:pPr>
              <a:lnSpc>
                <a:spcPct val="150000"/>
              </a:lnSpc>
              <a:defRPr lang="en-US"/>
            </a:pPr>
            <a:r>
              <a:rPr lang="en-US" b="1" cap="none"/>
              <a:t>Reference Books:</a:t>
            </a:r>
          </a:p>
          <a:p>
            <a:pPr marL="342900" indent="-342900">
              <a:lnSpc>
                <a:spcPct val="150000"/>
              </a:lnSpc>
              <a:buAutoNum type="arabicPlain"/>
              <a:defRPr lang="en-US"/>
            </a:pPr>
            <a:r>
              <a:t>Behrouz A. Forouzan , “Data Communication and Networking”, TMH, 5th Edition, 2012.</a:t>
            </a:r>
          </a:p>
          <a:p>
            <a:pPr marL="342900" indent="-342900">
              <a:lnSpc>
                <a:spcPct val="150000"/>
              </a:lnSpc>
              <a:buAutoNum type="arabicPlain"/>
              <a:defRPr lang="en-US"/>
            </a:pPr>
            <a:r>
              <a:t>A.S. Tanenbaum, David J. Wetheral “Computer Networks” Pearson, 5th Edition.</a:t>
            </a:r>
          </a:p>
          <a:p>
            <a:pPr>
              <a:lnSpc>
                <a:spcPct val="150000"/>
              </a:lnSpc>
              <a:defRPr lang="en-US"/>
            </a:pPr>
            <a:endParaRPr/>
          </a:p>
        </p:txBody>
      </p:sp>
      <p:pic>
        <p:nvPicPr>
          <p:cNvPr id="4" name="Picture 2" descr="KL Deemed to be University Logo"/>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AAAAAAAAAAAPwwAALEDAAAQAAAAJgAAAAgAAAD//////////w=="/>
              </a:ext>
            </a:extLst>
          </p:cNvPicPr>
          <p:nvPr/>
        </p:nvPicPr>
        <p:blipFill>
          <a:blip r:embed="rId2"/>
          <a:stretch>
            <a:fillRect/>
          </a:stretch>
        </p:blipFill>
        <p:spPr>
          <a:xfrm>
            <a:off x="0" y="0"/>
            <a:ext cx="1990725" cy="600075"/>
          </a:xfrm>
          <a:prstGeom prst="rect">
            <a:avLst/>
          </a:prstGeom>
          <a:noFill/>
          <a:ln>
            <a:noFill/>
          </a:ln>
          <a:effectLst/>
        </p:spPr>
      </p:pic>
    </p:spTree>
  </p:cSld>
  <p:clrMapOvr>
    <a:masterClrMapping/>
  </p:clrMapOvr>
  <p:transition spd="med">
    <p:extLst>
      <p:ext uri="smNativeData">
        <pr:smNativeData xmlns:mc="http://schemas.openxmlformats.org/markup-compatibility/2006" xmlns:p14="http://schemas.microsoft.com/office/powerpoint/2010/main" xmlns:p15="http://schemas.microsoft.com/office/powerpoint/2012/main" xmlns:pr="smNativeData" xmlns="smNativeData" val="zyvAZgAAAADiBAAAAAAAAEwAAAAAAAAAAAAAAAAAAAAAAAAAAQAAAAAAAAAAAAAAAAAAAAAAAAAAAAAA" duo="zyvAZgAAAAAAAAAAAAAAAAAAAAA="/>
      </p:ext>
    </p:extLs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extLst>
      <p:ext uri="smNativeData">
        <pr:smNativeData xmlns:mc="http://schemas.openxmlformats.org/markup-compatibility/2006" xmlns:p14="http://schemas.microsoft.com/office/powerpoint/2010/main" xmlns:p15="http://schemas.microsoft.com/office/powerpoint/2012/main" xmlns:pr="smNativeData" xmlns="smNativeData" val="zyvAZgEAAAAFAAAA/f///wEAAAAKAAAAAAAAAAAAAAAAAAAAAAAAAA=="/>
      </p:ext>
    </p:ext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3"/>
          <p:cNvSpPr>
            <a:extLst>
              <a:ext uri="smNativeData">
                <pr:smNativeData xmlns:mc="http://schemas.openxmlformats.org/markup-compatibility/2006" xmlns:p14="http://schemas.microsoft.com/office/powerpoint/2010/main" xmlns:p15="http://schemas.microsoft.com/office/powerpoint/2012/main" xmlns:pr="smNativeData" xmlns="smNativeData" val="SMDATA_15_zyvAZhMAAAAlAAAAZQAAAA0AAAAAkAAAAEgAAACQAAAASAAAAAAAAAABAAAAAAAAAAEAAABQAAAAhbacS3FV1T8AAAAAAADwvwAAAAAAAOA/AAAAAAAA4D8AAAAAAADgPwAAAAAAAOA/AAAAAAAA4D8AAAAAAADgPwAAAAAAAOA/AAAAAAAA4D8CAAAAjAAAAAEAAAAAAAAA7X0xDf///wgAAAAAAAAAAAAAAAAAAAAAAAAAAAAAAAAAAAAAZAAAAAEAAABAAAAAAAAAAAAAAAAAAAAAAAAAAAAAAAAAAAAAAAAAAAAAAAAAAAAAAAAAAAAAAAAAAAAAAAAAAAAAAAAAAAAAAAAAAAAAAAAAAAAAAAAAAAAAAAAAAAAAFAAAADwAAAAAAAAAAAAAAERzngAeAAAAAQAAABQAAAAUAAAAFAAAAAEAAAAAAAAAZAAAAGQAAAAAAAAAZAAAAGQAAAAVAAAAYAAAAAAAAAAAAAAADwAAACADAAAAAAAAAAAAAAEAAACgMgAAVgcAAKr4//8BAAAAf39/AAEAAABkAAAAAAAAABQAAABAHwAAAAAAACYAAAAAAAAAwOD//wAAAAAmAAAAZAAAABYAAABMAAAAAQAAAAAAAAAAAAAAAAAAAAEAAAC6JTIAPAAAACoAAAAqAAAAZAAAAGQAAAAAAAAAy8vLADwAAAAqAAAAKgAAAGQAAABkAAAAAAAAABcAAAAUAAAAAAAAAAAAAAD/fwAA/38AAAAAAAAJAAAABAAAAF8AYAAeAAAAaAAAAAAAAAAAAAAAAAAAAAAAAAAAAAAAECcAABAnAAAAAAAAAAAAAAAAAAAAAAAAAAAAAAAAAAAAAAAAAAAAAFAAAAAAAAAAwMD/AAAAAAAAAAAAAAAAAAAAAABkAAAAAAAAAH9/fwAKAAAAIgAAABgAAAAAAAAAAAAAAAAAAAAAAAAAAAAAAAAAAAAkAAAAJAAAAAAAAAAHAAAAAAAAAAAAAAAAAAAAAAAAAAAAAAAAAAAAf39/ACUAAABYAAAAAAAAAAAAAAAAAAAAAAAAAAAAAAAAAAAAAAAAAAAAAAAAAAAAAAAAAAAAAAA/AAAAAAAAAKCGAQAAAAAAAAAAAAAAAAAMAAAAAQAAAAAAAAAAAAAAAAAAAB8AAABUAAAAAAAABgAAAAEAAAAAAAAAAAAAAAAAAAAAAAAAAAAAAAAAAAAAAAAAAERzngB/f38AuiUyAMvLywDAwP8Af39/AAAAAAAAAAAAAAAAAAAAAAAAAAAAIQAAABgAAAAUAAAAAhAAAGwLAAC7QAAAKh0AABAAAAAmAAAACAAAAP//////////"/>
              </a:ext>
            </a:extLst>
          </p:cNvSpPr>
          <p:nvPr/>
        </p:nvSpPr>
        <p:spPr>
          <a:xfrm>
            <a:off x="2602230" y="1856740"/>
            <a:ext cx="7920355" cy="2884170"/>
          </a:xfrm>
          <a:prstGeom prst="roundRect">
            <a:avLst>
              <a:gd name="adj" fmla="val 16667"/>
            </a:avLst>
          </a:prstGeom>
          <a:solidFill>
            <a:schemeClr val="accent2"/>
          </a:solidFill>
          <a:ln>
            <a:noFill/>
          </a:ln>
          <a:effectLst>
            <a:outerShdw blurRad="50800" dist="37717" dir="2700000" algn="tl">
              <a:srgbClr val="BA2532">
                <a:alpha val="40000"/>
              </a:srgbClr>
            </a:outerShdw>
          </a:effectLst>
        </p:spPr>
        <p:txBody>
          <a:bodyPr vert="horz" wrap="square" lIns="91440" tIns="45720" rIns="91440" bIns="45720" numCol="1" spcCol="215900" anchor="ctr"/>
          <a:lstStyle/>
          <a:p>
            <a:pPr algn="ctr">
              <a:defRPr lang="en-US" cap="none">
                <a:solidFill>
                  <a:srgbClr val="FFFFFF"/>
                </a:solidFill>
                <a:latin typeface="Calibri" pitchFamily="2" charset="0"/>
                <a:ea typeface="Calibri" pitchFamily="2" charset="0"/>
                <a:cs typeface="Calibri" pitchFamily="2" charset="0"/>
              </a:defRPr>
            </a:pPr>
            <a:endParaRPr lang="en-US" sz="2400" cap="none" dirty="0">
              <a:latin typeface="Poppins" charset="0"/>
              <a:ea typeface="Calibri" pitchFamily="2" charset="0"/>
              <a:cs typeface="Poppins" charset="0"/>
            </a:endParaRPr>
          </a:p>
          <a:p>
            <a:pPr algn="ctr">
              <a:defRPr lang="en-US" cap="none">
                <a:solidFill>
                  <a:srgbClr val="FFFFFF"/>
                </a:solidFill>
                <a:latin typeface="Calibri" pitchFamily="2" charset="0"/>
                <a:ea typeface="Calibri" pitchFamily="2" charset="0"/>
                <a:cs typeface="Calibri" pitchFamily="2" charset="0"/>
              </a:defRPr>
            </a:pPr>
            <a:endParaRPr lang="en-US" sz="2400" b="1" cap="none" dirty="0">
              <a:latin typeface="Poppins" charset="0"/>
              <a:ea typeface="Calibri" pitchFamily="2" charset="0"/>
              <a:cs typeface="Poppins" charset="0"/>
            </a:endParaRPr>
          </a:p>
          <a:p>
            <a:pPr algn="ctr">
              <a:defRPr lang="en-US" cap="none">
                <a:solidFill>
                  <a:srgbClr val="FFFFFF"/>
                </a:solidFill>
                <a:latin typeface="Calibri" pitchFamily="2" charset="0"/>
                <a:ea typeface="Calibri" pitchFamily="2" charset="0"/>
                <a:cs typeface="Calibri" pitchFamily="2" charset="0"/>
              </a:defRPr>
            </a:pPr>
            <a:r>
              <a:rPr lang="en-US" sz="2400" b="1" cap="none" dirty="0">
                <a:latin typeface="Poppins" charset="0"/>
                <a:ea typeface="Calibri" pitchFamily="2" charset="0"/>
                <a:cs typeface="Poppins" charset="0"/>
              </a:rPr>
              <a:t>THANK YOU</a:t>
            </a:r>
          </a:p>
          <a:p>
            <a:pPr algn="ctr">
              <a:defRPr lang="en-US" cap="none">
                <a:solidFill>
                  <a:srgbClr val="FFFFFF"/>
                </a:solidFill>
                <a:latin typeface="Calibri" pitchFamily="2" charset="0"/>
                <a:ea typeface="Calibri" pitchFamily="2" charset="0"/>
                <a:cs typeface="Calibri" pitchFamily="2" charset="0"/>
              </a:defRPr>
            </a:pPr>
            <a:endParaRPr lang="en-US" sz="2400" cap="none" dirty="0">
              <a:latin typeface="Poppins" charset="0"/>
              <a:ea typeface="Calibri" pitchFamily="2" charset="0"/>
              <a:cs typeface="Poppins" charset="0"/>
            </a:endParaRPr>
          </a:p>
          <a:p>
            <a:pPr algn="ctr">
              <a:defRPr lang="en-US" cap="none">
                <a:solidFill>
                  <a:srgbClr val="FFFFFF"/>
                </a:solidFill>
                <a:latin typeface="Calibri" pitchFamily="2" charset="0"/>
                <a:ea typeface="Calibri" pitchFamily="2" charset="0"/>
                <a:cs typeface="Calibri" pitchFamily="2" charset="0"/>
              </a:defRPr>
            </a:pPr>
            <a:endParaRPr lang="en-US" sz="2400" cap="none" dirty="0">
              <a:latin typeface="Poppins" charset="0"/>
              <a:ea typeface="Calibri" pitchFamily="2" charset="0"/>
              <a:cs typeface="Poppins" charset="0"/>
            </a:endParaRPr>
          </a:p>
          <a:p>
            <a:pPr algn="ctr">
              <a:defRPr lang="en-US" cap="none">
                <a:solidFill>
                  <a:srgbClr val="FFFFFF"/>
                </a:solidFill>
                <a:latin typeface="Calibri" pitchFamily="2" charset="0"/>
                <a:ea typeface="Calibri" pitchFamily="2" charset="0"/>
                <a:cs typeface="Calibri" pitchFamily="2" charset="0"/>
              </a:defRPr>
            </a:pPr>
            <a:endParaRPr lang="en-US" sz="2400" cap="none" dirty="0">
              <a:latin typeface="Poppins" charset="0"/>
              <a:ea typeface="Calibri" pitchFamily="2" charset="0"/>
              <a:cs typeface="Poppins" charset="0"/>
            </a:endParaRPr>
          </a:p>
          <a:p>
            <a:pPr algn="ctr">
              <a:defRPr lang="en-US" cap="none">
                <a:solidFill>
                  <a:srgbClr val="FFFFFF"/>
                </a:solidFill>
                <a:latin typeface="Calibri" pitchFamily="2" charset="0"/>
                <a:ea typeface="Calibri" pitchFamily="2" charset="0"/>
                <a:cs typeface="Calibri" pitchFamily="2" charset="0"/>
              </a:defRPr>
            </a:pPr>
            <a:endParaRPr lang="en-US" sz="2400" cap="none" dirty="0">
              <a:latin typeface="Poppins" charset="0"/>
              <a:ea typeface="Calibri" pitchFamily="2" charset="0"/>
              <a:cs typeface="Poppins" charset="0"/>
            </a:endParaRPr>
          </a:p>
          <a:p>
            <a:pPr algn="ctr">
              <a:defRPr lang="en-US" cap="none">
                <a:solidFill>
                  <a:srgbClr val="FFFFFF"/>
                </a:solidFill>
                <a:latin typeface="Calibri" pitchFamily="2" charset="0"/>
                <a:ea typeface="Calibri" pitchFamily="2" charset="0"/>
                <a:cs typeface="Calibri" pitchFamily="2" charset="0"/>
              </a:defRPr>
            </a:pPr>
            <a:r>
              <a:rPr lang="en-US" sz="2400" b="1" cap="none" dirty="0">
                <a:latin typeface="Poppins" charset="0"/>
                <a:ea typeface="Calibri" pitchFamily="2" charset="0"/>
                <a:cs typeface="Poppins" charset="0"/>
              </a:rPr>
              <a:t>Team – </a:t>
            </a:r>
            <a:r>
              <a:rPr lang="en-US" sz="2400" b="1" cap="none">
                <a:latin typeface="Poppins" charset="0"/>
                <a:ea typeface="Calibri" pitchFamily="2" charset="0"/>
                <a:cs typeface="Poppins" charset="0"/>
              </a:rPr>
              <a:t>Computer </a:t>
            </a:r>
            <a:r>
              <a:rPr lang="en-US" sz="2400" b="1" cap="none" smtClean="0">
                <a:latin typeface="Poppins" charset="0"/>
                <a:ea typeface="Calibri" pitchFamily="2" charset="0"/>
                <a:cs typeface="Poppins" charset="0"/>
              </a:rPr>
              <a:t>Networks</a:t>
            </a:r>
            <a:endParaRPr lang="en-US" sz="2400" cap="none" dirty="0">
              <a:solidFill>
                <a:schemeClr val="bg1"/>
              </a:solidFill>
              <a:latin typeface="Poppins" charset="0"/>
              <a:ea typeface="Calibri" pitchFamily="2" charset="0"/>
              <a:cs typeface="Poppins" charset="0"/>
            </a:endParaRPr>
          </a:p>
          <a:p>
            <a:pPr algn="ctr">
              <a:defRPr lang="en-US" cap="none">
                <a:solidFill>
                  <a:srgbClr val="FFFFFF"/>
                </a:solidFill>
                <a:latin typeface="Calibri" pitchFamily="2" charset="0"/>
                <a:ea typeface="Calibri" pitchFamily="2" charset="0"/>
                <a:cs typeface="Calibri" pitchFamily="2" charset="0"/>
              </a:defRPr>
            </a:pPr>
            <a:endParaRPr lang="en-US" sz="2400" cap="none" dirty="0">
              <a:solidFill>
                <a:schemeClr val="bg1"/>
              </a:solidFill>
              <a:latin typeface="Poppins" charset="0"/>
              <a:ea typeface="Calibri" pitchFamily="2" charset="0"/>
              <a:cs typeface="Poppins" charset="0"/>
            </a:endParaRPr>
          </a:p>
          <a:p>
            <a:pPr algn="ctr">
              <a:defRPr lang="en-US" cap="none">
                <a:solidFill>
                  <a:srgbClr val="FFFFFF"/>
                </a:solidFill>
                <a:latin typeface="Calibri" pitchFamily="2" charset="0"/>
                <a:ea typeface="Calibri" pitchFamily="2" charset="0"/>
                <a:cs typeface="Calibri" pitchFamily="2" charset="0"/>
              </a:defRPr>
            </a:pPr>
            <a:endParaRPr lang="en-US" sz="2400" cap="none" dirty="0">
              <a:solidFill>
                <a:schemeClr val="bg1"/>
              </a:solidFill>
              <a:latin typeface="Poppins" charset="0"/>
              <a:ea typeface="Calibri" pitchFamily="2" charset="0"/>
              <a:cs typeface="Poppins" charset="0"/>
            </a:endParaRPr>
          </a:p>
        </p:txBody>
      </p:sp>
      <p:pic>
        <p:nvPicPr>
          <p:cNvPr id="3" name="Picture 2" descr="KL Deemed to be University Logo"/>
          <p:cNvPicPr>
            <a:picLocks noChangeAspect="1"/>
            <a:extLst>
              <a:ext uri="smNativeData">
                <pr:smNativeData xmlns:mc="http://schemas.openxmlformats.org/markup-compatibility/2006" xmlns:p14="http://schemas.microsoft.com/office/powerpoint/2010/main" xmlns:p15="http://schemas.microsoft.com/office/powerpoint/2012/main" xmlns:pr="smNativeData" xmlns="smNativeData" val="SMDATA_17_zyvAZhMAAAAlAAAAEQAAAC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Bvb29v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OwhAADADwAA1DUAAGoWAAAQAAAAJgAAAAgAAAD//////////w=="/>
              </a:ext>
            </a:extLst>
          </p:cNvPicPr>
          <p:nvPr/>
        </p:nvPicPr>
        <p:blipFill>
          <a:blip r:embed="rId2"/>
          <a:stretch>
            <a:fillRect/>
          </a:stretch>
        </p:blipFill>
        <p:spPr>
          <a:xfrm>
            <a:off x="5514340" y="2560320"/>
            <a:ext cx="3235960" cy="1083310"/>
          </a:xfrm>
          <a:prstGeom prst="rect">
            <a:avLst/>
          </a:prstGeom>
          <a:noFill/>
          <a:ln>
            <a:noFill/>
          </a:ln>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Override1.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Presentation">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388</TotalTime>
  <Words>2080</Words>
  <Application>Microsoft Office PowerPoint</Application>
  <PresentationFormat>Custom</PresentationFormat>
  <Paragraphs>216</Paragraphs>
  <Slides>26</Slides>
  <Notes>18</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Tushar</cp:lastModifiedBy>
  <cp:revision>2</cp:revision>
  <dcterms:created xsi:type="dcterms:W3CDTF">2020-02-08T09:57:44Z</dcterms:created>
  <dcterms:modified xsi:type="dcterms:W3CDTF">2025-08-10T23:57:16Z</dcterms:modified>
</cp:coreProperties>
</file>