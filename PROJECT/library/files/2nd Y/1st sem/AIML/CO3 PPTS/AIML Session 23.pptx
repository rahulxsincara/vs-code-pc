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339" r:id="rId3"/>
    <p:sldId id="353" r:id="rId4"/>
    <p:sldId id="340" r:id="rId5"/>
    <p:sldId id="341" r:id="rId6"/>
    <p:sldId id="342" r:id="rId7"/>
    <p:sldId id="343" r:id="rId8"/>
    <p:sldId id="313" r:id="rId9"/>
    <p:sldId id="345" r:id="rId10"/>
    <p:sldId id="346" r:id="rId11"/>
    <p:sldId id="330" r:id="rId12"/>
    <p:sldId id="347" r:id="rId13"/>
    <p:sldId id="348" r:id="rId14"/>
    <p:sldId id="349" r:id="rId15"/>
    <p:sldId id="352" r:id="rId16"/>
    <p:sldId id="35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B1A787-34BC-4BB7-93C9-BD5413E71464}" v="44" dt="2025-07-08T07:10:39.4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62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suna Kotturu" userId="b05b7b5b44a41d69" providerId="LiveId" clId="{32B1A787-34BC-4BB7-93C9-BD5413E71464}"/>
    <pc:docChg chg="undo custSel addSld delSld modSld">
      <pc:chgData name="Prasuna Kotturu" userId="b05b7b5b44a41d69" providerId="LiveId" clId="{32B1A787-34BC-4BB7-93C9-BD5413E71464}" dt="2025-07-08T10:38:27.515" v="540" actId="20577"/>
      <pc:docMkLst>
        <pc:docMk/>
      </pc:docMkLst>
      <pc:sldChg chg="modSp mod">
        <pc:chgData name="Prasuna Kotturu" userId="b05b7b5b44a41d69" providerId="LiveId" clId="{32B1A787-34BC-4BB7-93C9-BD5413E71464}" dt="2025-07-08T10:38:27.515" v="540" actId="20577"/>
        <pc:sldMkLst>
          <pc:docMk/>
          <pc:sldMk cId="3988170451" sldId="257"/>
        </pc:sldMkLst>
        <pc:spChg chg="mod">
          <ac:chgData name="Prasuna Kotturu" userId="b05b7b5b44a41d69" providerId="LiveId" clId="{32B1A787-34BC-4BB7-93C9-BD5413E71464}" dt="2025-07-08T10:38:27.515" v="540" actId="20577"/>
          <ac:spMkLst>
            <pc:docMk/>
            <pc:sldMk cId="3988170451" sldId="257"/>
            <ac:spMk id="2" creationId="{12010671-249C-340E-19B5-2BA72FEB1F0C}"/>
          </ac:spMkLst>
        </pc:spChg>
      </pc:sldChg>
      <pc:sldChg chg="modSp mod">
        <pc:chgData name="Prasuna Kotturu" userId="b05b7b5b44a41d69" providerId="LiveId" clId="{32B1A787-34BC-4BB7-93C9-BD5413E71464}" dt="2025-07-08T05:43:14.148" v="339" actId="5793"/>
        <pc:sldMkLst>
          <pc:docMk/>
          <pc:sldMk cId="3413472315" sldId="319"/>
        </pc:sldMkLst>
        <pc:spChg chg="mod">
          <ac:chgData name="Prasuna Kotturu" userId="b05b7b5b44a41d69" providerId="LiveId" clId="{32B1A787-34BC-4BB7-93C9-BD5413E71464}" dt="2025-07-08T05:43:14.148" v="339" actId="5793"/>
          <ac:spMkLst>
            <pc:docMk/>
            <pc:sldMk cId="3413472315" sldId="319"/>
            <ac:spMk id="3" creationId="{00000000-0000-0000-0000-000000000000}"/>
          </ac:spMkLst>
        </pc:spChg>
      </pc:sldChg>
      <pc:sldChg chg="modSp mod">
        <pc:chgData name="Prasuna Kotturu" userId="b05b7b5b44a41d69" providerId="LiveId" clId="{32B1A787-34BC-4BB7-93C9-BD5413E71464}" dt="2025-07-08T06:05:09.856" v="372" actId="5793"/>
        <pc:sldMkLst>
          <pc:docMk/>
          <pc:sldMk cId="729087032" sldId="320"/>
        </pc:sldMkLst>
        <pc:spChg chg="mod">
          <ac:chgData name="Prasuna Kotturu" userId="b05b7b5b44a41d69" providerId="LiveId" clId="{32B1A787-34BC-4BB7-93C9-BD5413E71464}" dt="2025-07-08T06:05:09.856" v="372" actId="5793"/>
          <ac:spMkLst>
            <pc:docMk/>
            <pc:sldMk cId="729087032" sldId="320"/>
            <ac:spMk id="3" creationId="{00000000-0000-0000-0000-000000000000}"/>
          </ac:spMkLst>
        </pc:spChg>
      </pc:sldChg>
      <pc:sldChg chg="addSp modSp new mod">
        <pc:chgData name="Prasuna Kotturu" userId="b05b7b5b44a41d69" providerId="LiveId" clId="{32B1A787-34BC-4BB7-93C9-BD5413E71464}" dt="2025-07-08T06:03:44.629" v="369"/>
        <pc:sldMkLst>
          <pc:docMk/>
          <pc:sldMk cId="688612041" sldId="330"/>
        </pc:sldMkLst>
        <pc:spChg chg="mod">
          <ac:chgData name="Prasuna Kotturu" userId="b05b7b5b44a41d69" providerId="LiveId" clId="{32B1A787-34BC-4BB7-93C9-BD5413E71464}" dt="2025-07-07T06:55:27.193" v="19"/>
          <ac:spMkLst>
            <pc:docMk/>
            <pc:sldMk cId="688612041" sldId="330"/>
            <ac:spMk id="2" creationId="{8C55B463-94A5-AA70-1ADF-EB754ACBC60B}"/>
          </ac:spMkLst>
        </pc:spChg>
        <pc:spChg chg="mod">
          <ac:chgData name="Prasuna Kotturu" userId="b05b7b5b44a41d69" providerId="LiveId" clId="{32B1A787-34BC-4BB7-93C9-BD5413E71464}" dt="2025-07-08T06:02:12.938" v="365" actId="20577"/>
          <ac:spMkLst>
            <pc:docMk/>
            <pc:sldMk cId="688612041" sldId="330"/>
            <ac:spMk id="3" creationId="{999728C0-9042-ED4E-B215-D9884C42AD26}"/>
          </ac:spMkLst>
        </pc:spChg>
        <pc:picChg chg="add">
          <ac:chgData name="Prasuna Kotturu" userId="b05b7b5b44a41d69" providerId="LiveId" clId="{32B1A787-34BC-4BB7-93C9-BD5413E71464}" dt="2025-07-08T06:03:44.629" v="369"/>
          <ac:picMkLst>
            <pc:docMk/>
            <pc:sldMk cId="688612041" sldId="330"/>
            <ac:picMk id="4" creationId="{FD145A94-2907-CD10-6045-6691B768E04B}"/>
          </ac:picMkLst>
        </pc:picChg>
        <pc:picChg chg="add mod">
          <ac:chgData name="Prasuna Kotturu" userId="b05b7b5b44a41d69" providerId="LiveId" clId="{32B1A787-34BC-4BB7-93C9-BD5413E71464}" dt="2025-07-08T06:01:40.037" v="350" actId="1076"/>
          <ac:picMkLst>
            <pc:docMk/>
            <pc:sldMk cId="688612041" sldId="330"/>
            <ac:picMk id="5" creationId="{A8218146-A3C0-83F0-6501-DE5B34B1C340}"/>
          </ac:picMkLst>
        </pc:picChg>
      </pc:sldChg>
      <pc:sldChg chg="addSp delSp modSp new mod">
        <pc:chgData name="Prasuna Kotturu" userId="b05b7b5b44a41d69" providerId="LiveId" clId="{32B1A787-34BC-4BB7-93C9-BD5413E71464}" dt="2025-07-08T07:06:01.275" v="513"/>
        <pc:sldMkLst>
          <pc:docMk/>
          <pc:sldMk cId="3258222336" sldId="331"/>
        </pc:sldMkLst>
        <pc:spChg chg="mod">
          <ac:chgData name="Prasuna Kotturu" userId="b05b7b5b44a41d69" providerId="LiveId" clId="{32B1A787-34BC-4BB7-93C9-BD5413E71464}" dt="2025-07-08T07:05:26.029" v="509" actId="20577"/>
          <ac:spMkLst>
            <pc:docMk/>
            <pc:sldMk cId="3258222336" sldId="331"/>
            <ac:spMk id="2" creationId="{505E6AC2-B1DB-9B13-EACE-DFB5CCB39DDA}"/>
          </ac:spMkLst>
        </pc:spChg>
        <pc:spChg chg="del mod">
          <ac:chgData name="Prasuna Kotturu" userId="b05b7b5b44a41d69" providerId="LiveId" clId="{32B1A787-34BC-4BB7-93C9-BD5413E71464}" dt="2025-07-08T07:06:01.275" v="513"/>
          <ac:spMkLst>
            <pc:docMk/>
            <pc:sldMk cId="3258222336" sldId="331"/>
            <ac:spMk id="3" creationId="{A59C1CAE-7998-95B3-49CA-4E6699C08050}"/>
          </ac:spMkLst>
        </pc:spChg>
        <pc:spChg chg="add del">
          <ac:chgData name="Prasuna Kotturu" userId="b05b7b5b44a41d69" providerId="LiveId" clId="{32B1A787-34BC-4BB7-93C9-BD5413E71464}" dt="2025-07-08T06:22:21.886" v="374" actId="22"/>
          <ac:spMkLst>
            <pc:docMk/>
            <pc:sldMk cId="3258222336" sldId="331"/>
            <ac:spMk id="6" creationId="{DCD3C6B4-F322-C4CE-266D-CBC6E251E66D}"/>
          </ac:spMkLst>
        </pc:spChg>
        <pc:picChg chg="add del mod">
          <ac:chgData name="Prasuna Kotturu" userId="b05b7b5b44a41d69" providerId="LiveId" clId="{32B1A787-34BC-4BB7-93C9-BD5413E71464}" dt="2025-07-08T07:05:41.911" v="511" actId="478"/>
          <ac:picMkLst>
            <pc:docMk/>
            <pc:sldMk cId="3258222336" sldId="331"/>
            <ac:picMk id="5" creationId="{61D2C1B4-AF09-A207-2057-D47254CC4D52}"/>
          </ac:picMkLst>
        </pc:picChg>
        <pc:picChg chg="add mod">
          <ac:chgData name="Prasuna Kotturu" userId="b05b7b5b44a41d69" providerId="LiveId" clId="{32B1A787-34BC-4BB7-93C9-BD5413E71464}" dt="2025-07-08T07:06:01.275" v="513"/>
          <ac:picMkLst>
            <pc:docMk/>
            <pc:sldMk cId="3258222336" sldId="331"/>
            <ac:picMk id="7" creationId="{BCF6160E-E3F4-2A90-CAD0-E0A694F79DD3}"/>
          </ac:picMkLst>
        </pc:picChg>
      </pc:sldChg>
      <pc:sldChg chg="add del">
        <pc:chgData name="Prasuna Kotturu" userId="b05b7b5b44a41d69" providerId="LiveId" clId="{32B1A787-34BC-4BB7-93C9-BD5413E71464}" dt="2025-07-08T06:03:36.131" v="368" actId="2696"/>
        <pc:sldMkLst>
          <pc:docMk/>
          <pc:sldMk cId="1617391046" sldId="332"/>
        </pc:sldMkLst>
      </pc:sldChg>
      <pc:sldChg chg="addSp modSp new del mod">
        <pc:chgData name="Prasuna Kotturu" userId="b05b7b5b44a41d69" providerId="LiveId" clId="{32B1A787-34BC-4BB7-93C9-BD5413E71464}" dt="2025-07-08T05:56:55.649" v="343" actId="2696"/>
        <pc:sldMkLst>
          <pc:docMk/>
          <pc:sldMk cId="3661383920" sldId="332"/>
        </pc:sldMkLst>
        <pc:spChg chg="mod">
          <ac:chgData name="Prasuna Kotturu" userId="b05b7b5b44a41d69" providerId="LiveId" clId="{32B1A787-34BC-4BB7-93C9-BD5413E71464}" dt="2025-07-07T11:40:47.067" v="331"/>
          <ac:spMkLst>
            <pc:docMk/>
            <pc:sldMk cId="3661383920" sldId="332"/>
            <ac:spMk id="2" creationId="{5CC7DE97-3B42-732B-CCA3-17602AF92135}"/>
          </ac:spMkLst>
        </pc:spChg>
        <pc:spChg chg="mod">
          <ac:chgData name="Prasuna Kotturu" userId="b05b7b5b44a41d69" providerId="LiveId" clId="{32B1A787-34BC-4BB7-93C9-BD5413E71464}" dt="2025-07-07T11:30:13.112" v="266" actId="20577"/>
          <ac:spMkLst>
            <pc:docMk/>
            <pc:sldMk cId="3661383920" sldId="332"/>
            <ac:spMk id="3" creationId="{CFBDB072-BC5E-70A7-1D38-67C708C10A8F}"/>
          </ac:spMkLst>
        </pc:spChg>
        <pc:picChg chg="add mod">
          <ac:chgData name="Prasuna Kotturu" userId="b05b7b5b44a41d69" providerId="LiveId" clId="{32B1A787-34BC-4BB7-93C9-BD5413E71464}" dt="2025-07-07T11:30:06.851" v="265" actId="14100"/>
          <ac:picMkLst>
            <pc:docMk/>
            <pc:sldMk cId="3661383920" sldId="332"/>
            <ac:picMk id="5" creationId="{25A1EEDB-E3EA-D0E1-BCC1-4AA65D7F5993}"/>
          </ac:picMkLst>
        </pc:picChg>
      </pc:sldChg>
      <pc:sldChg chg="addSp delSp modSp new del mod">
        <pc:chgData name="Prasuna Kotturu" userId="b05b7b5b44a41d69" providerId="LiveId" clId="{32B1A787-34BC-4BB7-93C9-BD5413E71464}" dt="2025-07-08T05:57:38.908" v="345" actId="2696"/>
        <pc:sldMkLst>
          <pc:docMk/>
          <pc:sldMk cId="2427903348" sldId="333"/>
        </pc:sldMkLst>
        <pc:spChg chg="del">
          <ac:chgData name="Prasuna Kotturu" userId="b05b7b5b44a41d69" providerId="LiveId" clId="{32B1A787-34BC-4BB7-93C9-BD5413E71464}" dt="2025-07-07T11:32:39.101" v="271"/>
          <ac:spMkLst>
            <pc:docMk/>
            <pc:sldMk cId="2427903348" sldId="333"/>
            <ac:spMk id="3" creationId="{372C0AF5-27CD-7368-50B9-591E47C2BE67}"/>
          </ac:spMkLst>
        </pc:spChg>
        <pc:spChg chg="add del mod">
          <ac:chgData name="Prasuna Kotturu" userId="b05b7b5b44a41d69" providerId="LiveId" clId="{32B1A787-34BC-4BB7-93C9-BD5413E71464}" dt="2025-07-07T11:37:52.923" v="326" actId="478"/>
          <ac:spMkLst>
            <pc:docMk/>
            <pc:sldMk cId="2427903348" sldId="333"/>
            <ac:spMk id="4" creationId="{9ECA527C-48A9-823E-7016-035F982193FC}"/>
          </ac:spMkLst>
        </pc:spChg>
        <pc:spChg chg="add del">
          <ac:chgData name="Prasuna Kotturu" userId="b05b7b5b44a41d69" providerId="LiveId" clId="{32B1A787-34BC-4BB7-93C9-BD5413E71464}" dt="2025-07-07T11:37:04.478" v="277" actId="22"/>
          <ac:spMkLst>
            <pc:docMk/>
            <pc:sldMk cId="2427903348" sldId="333"/>
            <ac:spMk id="6" creationId="{182B0E0D-0543-348D-0E07-05E155ADCEF3}"/>
          </ac:spMkLst>
        </pc:spChg>
        <pc:spChg chg="add mod">
          <ac:chgData name="Prasuna Kotturu" userId="b05b7b5b44a41d69" providerId="LiveId" clId="{32B1A787-34BC-4BB7-93C9-BD5413E71464}" dt="2025-07-07T11:37:56.220" v="327"/>
          <ac:spMkLst>
            <pc:docMk/>
            <pc:sldMk cId="2427903348" sldId="333"/>
            <ac:spMk id="7" creationId="{A1EF3E1E-3F1A-6E7B-E35D-DD68452D87E1}"/>
          </ac:spMkLst>
        </pc:spChg>
      </pc:sldChg>
      <pc:sldChg chg="modSp add del mod">
        <pc:chgData name="Prasuna Kotturu" userId="b05b7b5b44a41d69" providerId="LiveId" clId="{32B1A787-34BC-4BB7-93C9-BD5413E71464}" dt="2025-07-08T07:10:42.110" v="538" actId="122"/>
        <pc:sldMkLst>
          <pc:docMk/>
          <pc:sldMk cId="2459732145" sldId="333"/>
        </pc:sldMkLst>
        <pc:spChg chg="mod">
          <ac:chgData name="Prasuna Kotturu" userId="b05b7b5b44a41d69" providerId="LiveId" clId="{32B1A787-34BC-4BB7-93C9-BD5413E71464}" dt="2025-07-08T07:10:42.110" v="538" actId="122"/>
          <ac:spMkLst>
            <pc:docMk/>
            <pc:sldMk cId="2459732145" sldId="333"/>
            <ac:spMk id="2" creationId="{649BE9EB-5E5B-4C9A-33CB-B2B37E1CC85C}"/>
          </ac:spMkLst>
        </pc:spChg>
      </pc:sldChg>
      <pc:sldChg chg="addSp delSp modSp new del mod">
        <pc:chgData name="Prasuna Kotturu" userId="b05b7b5b44a41d69" providerId="LiveId" clId="{32B1A787-34BC-4BB7-93C9-BD5413E71464}" dt="2025-07-08T07:10:20.103" v="536" actId="2696"/>
        <pc:sldMkLst>
          <pc:docMk/>
          <pc:sldMk cId="19876502" sldId="334"/>
        </pc:sldMkLst>
        <pc:spChg chg="mod">
          <ac:chgData name="Prasuna Kotturu" userId="b05b7b5b44a41d69" providerId="LiveId" clId="{32B1A787-34BC-4BB7-93C9-BD5413E71464}" dt="2025-07-08T05:43:54.933" v="340" actId="5793"/>
          <ac:spMkLst>
            <pc:docMk/>
            <pc:sldMk cId="19876502" sldId="334"/>
            <ac:spMk id="3" creationId="{FEE1F321-4049-5A8A-3E8B-C563611F1D8B}"/>
          </ac:spMkLst>
        </pc:spChg>
        <pc:picChg chg="add del mod">
          <ac:chgData name="Prasuna Kotturu" userId="b05b7b5b44a41d69" providerId="LiveId" clId="{32B1A787-34BC-4BB7-93C9-BD5413E71464}" dt="2025-07-08T07:05:56.117" v="512" actId="21"/>
          <ac:picMkLst>
            <pc:docMk/>
            <pc:sldMk cId="19876502" sldId="334"/>
            <ac:picMk id="5" creationId="{BCF6160E-E3F4-2A90-CAD0-E0A694F79DD3}"/>
          </ac:picMkLst>
        </pc:picChg>
      </pc:sldChg>
      <pc:sldChg chg="add del">
        <pc:chgData name="Prasuna Kotturu" userId="b05b7b5b44a41d69" providerId="LiveId" clId="{32B1A787-34BC-4BB7-93C9-BD5413E71464}" dt="2025-07-08T06:04:13.346" v="370" actId="2696"/>
        <pc:sldMkLst>
          <pc:docMk/>
          <pc:sldMk cId="704712475" sldId="335"/>
        </pc:sldMkLst>
      </pc:sldChg>
      <pc:sldChg chg="addSp delSp modSp add mod">
        <pc:chgData name="Prasuna Kotturu" userId="b05b7b5b44a41d69" providerId="LiveId" clId="{32B1A787-34BC-4BB7-93C9-BD5413E71464}" dt="2025-07-08T06:47:11.180" v="458" actId="14100"/>
        <pc:sldMkLst>
          <pc:docMk/>
          <pc:sldMk cId="1769865697" sldId="335"/>
        </pc:sldMkLst>
        <pc:spChg chg="del mod">
          <ac:chgData name="Prasuna Kotturu" userId="b05b7b5b44a41d69" providerId="LiveId" clId="{32B1A787-34BC-4BB7-93C9-BD5413E71464}" dt="2025-07-08T06:45:10.471" v="452"/>
          <ac:spMkLst>
            <pc:docMk/>
            <pc:sldMk cId="1769865697" sldId="335"/>
            <ac:spMk id="3" creationId="{7AC64AFE-6C0E-A7CB-5CD6-6CFE9A7E4F90}"/>
          </ac:spMkLst>
        </pc:spChg>
        <pc:picChg chg="add mod">
          <ac:chgData name="Prasuna Kotturu" userId="b05b7b5b44a41d69" providerId="LiveId" clId="{32B1A787-34BC-4BB7-93C9-BD5413E71464}" dt="2025-07-08T06:47:11.180" v="458" actId="14100"/>
          <ac:picMkLst>
            <pc:docMk/>
            <pc:sldMk cId="1769865697" sldId="335"/>
            <ac:picMk id="5" creationId="{13687B59-9787-A5FB-FE29-053483032F9A}"/>
          </ac:picMkLst>
        </pc:picChg>
      </pc:sldChg>
      <pc:sldChg chg="addSp delSp modSp new del mod">
        <pc:chgData name="Prasuna Kotturu" userId="b05b7b5b44a41d69" providerId="LiveId" clId="{32B1A787-34BC-4BB7-93C9-BD5413E71464}" dt="2025-07-08T06:02:52.920" v="366" actId="2696"/>
        <pc:sldMkLst>
          <pc:docMk/>
          <pc:sldMk cId="3311346035" sldId="335"/>
        </pc:sldMkLst>
        <pc:spChg chg="mod">
          <ac:chgData name="Prasuna Kotturu" userId="b05b7b5b44a41d69" providerId="LiveId" clId="{32B1A787-34BC-4BB7-93C9-BD5413E71464}" dt="2025-07-08T06:00:22.506" v="348" actId="122"/>
          <ac:spMkLst>
            <pc:docMk/>
            <pc:sldMk cId="3311346035" sldId="335"/>
            <ac:spMk id="2" creationId="{4066B55F-26AA-2FD7-1AAB-4BACAAEA0473}"/>
          </ac:spMkLst>
        </pc:spChg>
        <pc:spChg chg="mod">
          <ac:chgData name="Prasuna Kotturu" userId="b05b7b5b44a41d69" providerId="LiveId" clId="{32B1A787-34BC-4BB7-93C9-BD5413E71464}" dt="2025-07-07T11:41:03.191" v="333" actId="20577"/>
          <ac:spMkLst>
            <pc:docMk/>
            <pc:sldMk cId="3311346035" sldId="335"/>
            <ac:spMk id="3" creationId="{7AC64AFE-6C0E-A7CB-5CD6-6CFE9A7E4F90}"/>
          </ac:spMkLst>
        </pc:spChg>
        <pc:picChg chg="add del mod">
          <ac:chgData name="Prasuna Kotturu" userId="b05b7b5b44a41d69" providerId="LiveId" clId="{32B1A787-34BC-4BB7-93C9-BD5413E71464}" dt="2025-07-07T11:42:01.822" v="336" actId="21"/>
          <ac:picMkLst>
            <pc:docMk/>
            <pc:sldMk cId="3311346035" sldId="335"/>
            <ac:picMk id="5" creationId="{13687B59-9787-A5FB-FE29-053483032F9A}"/>
          </ac:picMkLst>
        </pc:picChg>
      </pc:sldChg>
      <pc:sldChg chg="new del">
        <pc:chgData name="Prasuna Kotturu" userId="b05b7b5b44a41d69" providerId="LiveId" clId="{32B1A787-34BC-4BB7-93C9-BD5413E71464}" dt="2025-07-07T11:32:32.262" v="270" actId="680"/>
        <pc:sldMkLst>
          <pc:docMk/>
          <pc:sldMk cId="83061239" sldId="336"/>
        </pc:sldMkLst>
      </pc:sldChg>
      <pc:sldChg chg="addSp delSp modSp new del mod">
        <pc:chgData name="Prasuna Kotturu" userId="b05b7b5b44a41d69" providerId="LiveId" clId="{32B1A787-34BC-4BB7-93C9-BD5413E71464}" dt="2025-07-08T07:06:58.195" v="516" actId="2696"/>
        <pc:sldMkLst>
          <pc:docMk/>
          <pc:sldMk cId="1258789886" sldId="336"/>
        </pc:sldMkLst>
        <pc:spChg chg="mod">
          <ac:chgData name="Prasuna Kotturu" userId="b05b7b5b44a41d69" providerId="LiveId" clId="{32B1A787-34BC-4BB7-93C9-BD5413E71464}" dt="2025-07-08T06:57:59.259" v="468" actId="122"/>
          <ac:spMkLst>
            <pc:docMk/>
            <pc:sldMk cId="1258789886" sldId="336"/>
            <ac:spMk id="2" creationId="{AE540F77-99F7-73B5-DC8E-1D818780CFF8}"/>
          </ac:spMkLst>
        </pc:spChg>
        <pc:spChg chg="del">
          <ac:chgData name="Prasuna Kotturu" userId="b05b7b5b44a41d69" providerId="LiveId" clId="{32B1A787-34BC-4BB7-93C9-BD5413E71464}" dt="2025-07-07T11:42:08.621" v="338"/>
          <ac:spMkLst>
            <pc:docMk/>
            <pc:sldMk cId="1258789886" sldId="336"/>
            <ac:spMk id="3" creationId="{126B08B0-B757-FF96-2F73-E0F36455B94B}"/>
          </ac:spMkLst>
        </pc:spChg>
        <pc:spChg chg="add mod">
          <ac:chgData name="Prasuna Kotturu" userId="b05b7b5b44a41d69" providerId="LiveId" clId="{32B1A787-34BC-4BB7-93C9-BD5413E71464}" dt="2025-07-08T07:01:42.057" v="481" actId="20577"/>
          <ac:spMkLst>
            <pc:docMk/>
            <pc:sldMk cId="1258789886" sldId="336"/>
            <ac:spMk id="4" creationId="{4EF50403-431B-8DDF-B13D-628F2B3BF94F}"/>
          </ac:spMkLst>
        </pc:spChg>
        <pc:spChg chg="add">
          <ac:chgData name="Prasuna Kotturu" userId="b05b7b5b44a41d69" providerId="LiveId" clId="{32B1A787-34BC-4BB7-93C9-BD5413E71464}" dt="2025-07-08T07:01:31.488" v="479"/>
          <ac:spMkLst>
            <pc:docMk/>
            <pc:sldMk cId="1258789886" sldId="336"/>
            <ac:spMk id="8" creationId="{7DA5B388-C70C-C0E7-B636-5E7808766E0D}"/>
          </ac:spMkLst>
        </pc:spChg>
        <pc:spChg chg="add">
          <ac:chgData name="Prasuna Kotturu" userId="b05b7b5b44a41d69" providerId="LiveId" clId="{32B1A787-34BC-4BB7-93C9-BD5413E71464}" dt="2025-07-08T07:01:35.796" v="480"/>
          <ac:spMkLst>
            <pc:docMk/>
            <pc:sldMk cId="1258789886" sldId="336"/>
            <ac:spMk id="9" creationId="{59E8CF5E-D56F-659E-D209-D7A761C0109E}"/>
          </ac:spMkLst>
        </pc:spChg>
        <pc:spChg chg="add">
          <ac:chgData name="Prasuna Kotturu" userId="b05b7b5b44a41d69" providerId="LiveId" clId="{32B1A787-34BC-4BB7-93C9-BD5413E71464}" dt="2025-07-08T07:01:43.458" v="482"/>
          <ac:spMkLst>
            <pc:docMk/>
            <pc:sldMk cId="1258789886" sldId="336"/>
            <ac:spMk id="10" creationId="{E7D8BE70-A1F1-E690-77A6-8F2DC3C97CDC}"/>
          </ac:spMkLst>
        </pc:spChg>
        <pc:picChg chg="add del mod">
          <ac:chgData name="Prasuna Kotturu" userId="b05b7b5b44a41d69" providerId="LiveId" clId="{32B1A787-34BC-4BB7-93C9-BD5413E71464}" dt="2025-07-08T06:45:04.409" v="451" actId="21"/>
          <ac:picMkLst>
            <pc:docMk/>
            <pc:sldMk cId="1258789886" sldId="336"/>
            <ac:picMk id="5" creationId="{13687B59-9787-A5FB-FE29-053483032F9A}"/>
          </ac:picMkLst>
        </pc:picChg>
        <pc:picChg chg="add del mod">
          <ac:chgData name="Prasuna Kotturu" userId="b05b7b5b44a41d69" providerId="LiveId" clId="{32B1A787-34BC-4BB7-93C9-BD5413E71464}" dt="2025-07-08T07:01:48.925" v="483" actId="478"/>
          <ac:picMkLst>
            <pc:docMk/>
            <pc:sldMk cId="1258789886" sldId="336"/>
            <ac:picMk id="7" creationId="{981B16CA-D407-D494-A643-DE6077BCDC30}"/>
          </ac:picMkLst>
        </pc:picChg>
        <pc:picChg chg="add mod">
          <ac:chgData name="Prasuna Kotturu" userId="b05b7b5b44a41d69" providerId="LiveId" clId="{32B1A787-34BC-4BB7-93C9-BD5413E71464}" dt="2025-07-08T07:02:44.399" v="487" actId="14100"/>
          <ac:picMkLst>
            <pc:docMk/>
            <pc:sldMk cId="1258789886" sldId="336"/>
            <ac:picMk id="12" creationId="{CBC12454-D21D-5834-E6EC-511255B16177}"/>
          </ac:picMkLst>
        </pc:picChg>
      </pc:sldChg>
      <pc:sldChg chg="addSp delSp modSp new mod">
        <pc:chgData name="Prasuna Kotturu" userId="b05b7b5b44a41d69" providerId="LiveId" clId="{32B1A787-34BC-4BB7-93C9-BD5413E71464}" dt="2025-07-08T07:09:51.920" v="535" actId="14100"/>
        <pc:sldMkLst>
          <pc:docMk/>
          <pc:sldMk cId="939356971" sldId="337"/>
        </pc:sldMkLst>
        <pc:spChg chg="mod">
          <ac:chgData name="Prasuna Kotturu" userId="b05b7b5b44a41d69" providerId="LiveId" clId="{32B1A787-34BC-4BB7-93C9-BD5413E71464}" dt="2025-07-08T07:08:46.624" v="530" actId="20577"/>
          <ac:spMkLst>
            <pc:docMk/>
            <pc:sldMk cId="939356971" sldId="337"/>
            <ac:spMk id="2" creationId="{671EFB4D-4975-B32F-96C1-56A5B83AC409}"/>
          </ac:spMkLst>
        </pc:spChg>
        <pc:spChg chg="mod">
          <ac:chgData name="Prasuna Kotturu" userId="b05b7b5b44a41d69" providerId="LiveId" clId="{32B1A787-34BC-4BB7-93C9-BD5413E71464}" dt="2025-07-08T07:08:18.123" v="517" actId="6549"/>
          <ac:spMkLst>
            <pc:docMk/>
            <pc:sldMk cId="939356971" sldId="337"/>
            <ac:spMk id="3" creationId="{622D9314-A51E-3332-4068-0CEEE80F8FDD}"/>
          </ac:spMkLst>
        </pc:spChg>
        <pc:picChg chg="add del mod">
          <ac:chgData name="Prasuna Kotturu" userId="b05b7b5b44a41d69" providerId="LiveId" clId="{32B1A787-34BC-4BB7-93C9-BD5413E71464}" dt="2025-07-08T07:08:54.024" v="531" actId="478"/>
          <ac:picMkLst>
            <pc:docMk/>
            <pc:sldMk cId="939356971" sldId="337"/>
            <ac:picMk id="5" creationId="{7C9DFB81-1740-E531-D6E4-08CD0DC910A2}"/>
          </ac:picMkLst>
        </pc:picChg>
        <pc:picChg chg="add mod">
          <ac:chgData name="Prasuna Kotturu" userId="b05b7b5b44a41d69" providerId="LiveId" clId="{32B1A787-34BC-4BB7-93C9-BD5413E71464}" dt="2025-07-08T07:09:51.920" v="535" actId="14100"/>
          <ac:picMkLst>
            <pc:docMk/>
            <pc:sldMk cId="939356971" sldId="337"/>
            <ac:picMk id="7" creationId="{3168B5A4-F539-0E5F-686C-9710587C2C66}"/>
          </ac:picMkLst>
        </pc:picChg>
      </pc:sldChg>
      <pc:sldChg chg="modSp add mod">
        <pc:chgData name="Prasuna Kotturu" userId="b05b7b5b44a41d69" providerId="LiveId" clId="{32B1A787-34BC-4BB7-93C9-BD5413E71464}" dt="2025-07-08T07:04:14.963" v="496" actId="113"/>
        <pc:sldMkLst>
          <pc:docMk/>
          <pc:sldMk cId="603663784" sldId="338"/>
        </pc:sldMkLst>
        <pc:spChg chg="mod">
          <ac:chgData name="Prasuna Kotturu" userId="b05b7b5b44a41d69" providerId="LiveId" clId="{32B1A787-34BC-4BB7-93C9-BD5413E71464}" dt="2025-07-08T07:04:05.139" v="495" actId="6549"/>
          <ac:spMkLst>
            <pc:docMk/>
            <pc:sldMk cId="603663784" sldId="338"/>
            <ac:spMk id="2" creationId="{1815030E-A681-B42A-4822-504A15755B26}"/>
          </ac:spMkLst>
        </pc:spChg>
        <pc:spChg chg="mod">
          <ac:chgData name="Prasuna Kotturu" userId="b05b7b5b44a41d69" providerId="LiveId" clId="{32B1A787-34BC-4BB7-93C9-BD5413E71464}" dt="2025-07-08T07:04:14.963" v="496" actId="113"/>
          <ac:spMkLst>
            <pc:docMk/>
            <pc:sldMk cId="603663784" sldId="338"/>
            <ac:spMk id="4" creationId="{F9C32FF6-B0DE-8047-EF5E-0A829E5AFF32}"/>
          </ac:spMkLst>
        </pc:spChg>
      </pc:sldChg>
    </pc:docChg>
  </pc:docChgLst>
  <pc:docChgLst>
    <pc:chgData name="Prasuna Kotturu" userId="b05b7b5b44a41d69" providerId="LiveId" clId="{9B7ACE79-4126-45D5-90BC-5F47DD1D6EA1}"/>
    <pc:docChg chg="custSel addSld delSld modSld">
      <pc:chgData name="Prasuna Kotturu" userId="b05b7b5b44a41d69" providerId="LiveId" clId="{9B7ACE79-4126-45D5-90BC-5F47DD1D6EA1}" dt="2025-05-20T06:06:37.782" v="3" actId="47"/>
      <pc:docMkLst>
        <pc:docMk/>
      </pc:docMkLst>
      <pc:sldChg chg="new del">
        <pc:chgData name="Prasuna Kotturu" userId="b05b7b5b44a41d69" providerId="LiveId" clId="{9B7ACE79-4126-45D5-90BC-5F47DD1D6EA1}" dt="2025-05-20T06:06:37.782" v="3" actId="47"/>
        <pc:sldMkLst>
          <pc:docMk/>
          <pc:sldMk cId="1335296678" sldId="256"/>
        </pc:sldMkLst>
      </pc:sldChg>
      <pc:sldChg chg="add">
        <pc:chgData name="Prasuna Kotturu" userId="b05b7b5b44a41d69" providerId="LiveId" clId="{9B7ACE79-4126-45D5-90BC-5F47DD1D6EA1}" dt="2025-05-20T06:06:31.939" v="1"/>
        <pc:sldMkLst>
          <pc:docMk/>
          <pc:sldMk cId="3988170451" sldId="257"/>
        </pc:sldMkLst>
      </pc:sldChg>
      <pc:sldChg chg="add">
        <pc:chgData name="Prasuna Kotturu" userId="b05b7b5b44a41d69" providerId="LiveId" clId="{9B7ACE79-4126-45D5-90BC-5F47DD1D6EA1}" dt="2025-05-20T06:06:31.939" v="1"/>
        <pc:sldMkLst>
          <pc:docMk/>
          <pc:sldMk cId="969282529" sldId="304"/>
        </pc:sldMkLst>
      </pc:sldChg>
      <pc:sldChg chg="add">
        <pc:chgData name="Prasuna Kotturu" userId="b05b7b5b44a41d69" providerId="LiveId" clId="{9B7ACE79-4126-45D5-90BC-5F47DD1D6EA1}" dt="2025-05-20T06:06:31.939" v="1"/>
        <pc:sldMkLst>
          <pc:docMk/>
          <pc:sldMk cId="3830785603" sldId="305"/>
        </pc:sldMkLst>
      </pc:sldChg>
      <pc:sldChg chg="modSp add mod">
        <pc:chgData name="Prasuna Kotturu" userId="b05b7b5b44a41d69" providerId="LiveId" clId="{9B7ACE79-4126-45D5-90BC-5F47DD1D6EA1}" dt="2025-05-20T06:06:32.009" v="2" actId="27636"/>
        <pc:sldMkLst>
          <pc:docMk/>
          <pc:sldMk cId="168701777" sldId="306"/>
        </pc:sldMkLst>
        <pc:spChg chg="mod">
          <ac:chgData name="Prasuna Kotturu" userId="b05b7b5b44a41d69" providerId="LiveId" clId="{9B7ACE79-4126-45D5-90BC-5F47DD1D6EA1}" dt="2025-05-20T06:06:32.009" v="2" actId="27636"/>
          <ac:spMkLst>
            <pc:docMk/>
            <pc:sldMk cId="168701777" sldId="306"/>
            <ac:spMk id="3" creationId="{00000000-0000-0000-0000-000000000000}"/>
          </ac:spMkLst>
        </pc:spChg>
      </pc:sldChg>
      <pc:sldChg chg="add">
        <pc:chgData name="Prasuna Kotturu" userId="b05b7b5b44a41d69" providerId="LiveId" clId="{9B7ACE79-4126-45D5-90BC-5F47DD1D6EA1}" dt="2025-05-20T06:06:31.939" v="1"/>
        <pc:sldMkLst>
          <pc:docMk/>
          <pc:sldMk cId="2860166863" sldId="309"/>
        </pc:sldMkLst>
      </pc:sldChg>
      <pc:sldChg chg="add">
        <pc:chgData name="Prasuna Kotturu" userId="b05b7b5b44a41d69" providerId="LiveId" clId="{9B7ACE79-4126-45D5-90BC-5F47DD1D6EA1}" dt="2025-05-20T06:06:31.939" v="1"/>
        <pc:sldMkLst>
          <pc:docMk/>
          <pc:sldMk cId="1967261844" sldId="311"/>
        </pc:sldMkLst>
      </pc:sldChg>
      <pc:sldChg chg="add">
        <pc:chgData name="Prasuna Kotturu" userId="b05b7b5b44a41d69" providerId="LiveId" clId="{9B7ACE79-4126-45D5-90BC-5F47DD1D6EA1}" dt="2025-05-20T06:06:31.939" v="1"/>
        <pc:sldMkLst>
          <pc:docMk/>
          <pc:sldMk cId="2353316806" sldId="313"/>
        </pc:sldMkLst>
      </pc:sldChg>
      <pc:sldChg chg="add">
        <pc:chgData name="Prasuna Kotturu" userId="b05b7b5b44a41d69" providerId="LiveId" clId="{9B7ACE79-4126-45D5-90BC-5F47DD1D6EA1}" dt="2025-05-20T06:06:31.939" v="1"/>
        <pc:sldMkLst>
          <pc:docMk/>
          <pc:sldMk cId="3180585147" sldId="318"/>
        </pc:sldMkLst>
      </pc:sldChg>
      <pc:sldChg chg="add">
        <pc:chgData name="Prasuna Kotturu" userId="b05b7b5b44a41d69" providerId="LiveId" clId="{9B7ACE79-4126-45D5-90BC-5F47DD1D6EA1}" dt="2025-05-20T06:06:31.939" v="1"/>
        <pc:sldMkLst>
          <pc:docMk/>
          <pc:sldMk cId="3413472315" sldId="319"/>
        </pc:sldMkLst>
      </pc:sldChg>
      <pc:sldChg chg="add">
        <pc:chgData name="Prasuna Kotturu" userId="b05b7b5b44a41d69" providerId="LiveId" clId="{9B7ACE79-4126-45D5-90BC-5F47DD1D6EA1}" dt="2025-05-20T06:06:31.939" v="1"/>
        <pc:sldMkLst>
          <pc:docMk/>
          <pc:sldMk cId="729087032" sldId="320"/>
        </pc:sldMkLst>
      </pc:sldChg>
      <pc:sldChg chg="add">
        <pc:chgData name="Prasuna Kotturu" userId="b05b7b5b44a41d69" providerId="LiveId" clId="{9B7ACE79-4126-45D5-90BC-5F47DD1D6EA1}" dt="2025-05-20T06:06:31.939" v="1"/>
        <pc:sldMkLst>
          <pc:docMk/>
          <pc:sldMk cId="3717789194" sldId="321"/>
        </pc:sldMkLst>
      </pc:sldChg>
      <pc:sldChg chg="add">
        <pc:chgData name="Prasuna Kotturu" userId="b05b7b5b44a41d69" providerId="LiveId" clId="{9B7ACE79-4126-45D5-90BC-5F47DD1D6EA1}" dt="2025-05-20T06:06:31.939" v="1"/>
        <pc:sldMkLst>
          <pc:docMk/>
          <pc:sldMk cId="3027138078" sldId="322"/>
        </pc:sldMkLst>
      </pc:sldChg>
      <pc:sldChg chg="add">
        <pc:chgData name="Prasuna Kotturu" userId="b05b7b5b44a41d69" providerId="LiveId" clId="{9B7ACE79-4126-45D5-90BC-5F47DD1D6EA1}" dt="2025-05-20T06:06:31.939" v="1"/>
        <pc:sldMkLst>
          <pc:docMk/>
          <pc:sldMk cId="270073934" sldId="323"/>
        </pc:sldMkLst>
      </pc:sldChg>
      <pc:sldChg chg="add">
        <pc:chgData name="Prasuna Kotturu" userId="b05b7b5b44a41d69" providerId="LiveId" clId="{9B7ACE79-4126-45D5-90BC-5F47DD1D6EA1}" dt="2025-05-20T06:06:31.939" v="1"/>
        <pc:sldMkLst>
          <pc:docMk/>
          <pc:sldMk cId="2731539440" sldId="324"/>
        </pc:sldMkLst>
      </pc:sldChg>
      <pc:sldChg chg="add">
        <pc:chgData name="Prasuna Kotturu" userId="b05b7b5b44a41d69" providerId="LiveId" clId="{9B7ACE79-4126-45D5-90BC-5F47DD1D6EA1}" dt="2025-05-20T06:06:31.939" v="1"/>
        <pc:sldMkLst>
          <pc:docMk/>
          <pc:sldMk cId="2534007932" sldId="325"/>
        </pc:sldMkLst>
      </pc:sldChg>
      <pc:sldChg chg="add">
        <pc:chgData name="Prasuna Kotturu" userId="b05b7b5b44a41d69" providerId="LiveId" clId="{9B7ACE79-4126-45D5-90BC-5F47DD1D6EA1}" dt="2025-05-20T06:06:31.939" v="1"/>
        <pc:sldMkLst>
          <pc:docMk/>
          <pc:sldMk cId="1472425859" sldId="326"/>
        </pc:sldMkLst>
      </pc:sldChg>
      <pc:sldChg chg="add">
        <pc:chgData name="Prasuna Kotturu" userId="b05b7b5b44a41d69" providerId="LiveId" clId="{9B7ACE79-4126-45D5-90BC-5F47DD1D6EA1}" dt="2025-05-20T06:06:31.939" v="1"/>
        <pc:sldMkLst>
          <pc:docMk/>
          <pc:sldMk cId="1942583786" sldId="327"/>
        </pc:sldMkLst>
      </pc:sldChg>
      <pc:sldChg chg="add">
        <pc:chgData name="Prasuna Kotturu" userId="b05b7b5b44a41d69" providerId="LiveId" clId="{9B7ACE79-4126-45D5-90BC-5F47DD1D6EA1}" dt="2025-05-20T06:06:31.939" v="1"/>
        <pc:sldMkLst>
          <pc:docMk/>
          <pc:sldMk cId="2609439697" sldId="329"/>
        </pc:sldMkLst>
      </pc:sldChg>
    </pc:docChg>
  </pc:docChgLst>
  <pc:docChgLst>
    <pc:chgData name="Prasuna Kotturu" userId="b05b7b5b44a41d69" providerId="LiveId" clId="{AB5B9185-8E54-4D9A-8A31-78CE5D0BC9F6}"/>
    <pc:docChg chg="delSld modSld">
      <pc:chgData name="Prasuna Kotturu" userId="b05b7b5b44a41d69" providerId="LiveId" clId="{AB5B9185-8E54-4D9A-8A31-78CE5D0BC9F6}" dt="2025-07-08T10:40:54.284" v="4" actId="2696"/>
      <pc:docMkLst>
        <pc:docMk/>
      </pc:docMkLst>
      <pc:sldChg chg="modSp mod">
        <pc:chgData name="Prasuna Kotturu" userId="b05b7b5b44a41d69" providerId="LiveId" clId="{AB5B9185-8E54-4D9A-8A31-78CE5D0BC9F6}" dt="2025-07-08T10:40:26.638" v="1" actId="20577"/>
        <pc:sldMkLst>
          <pc:docMk/>
          <pc:sldMk cId="3988170451" sldId="257"/>
        </pc:sldMkLst>
        <pc:spChg chg="mod">
          <ac:chgData name="Prasuna Kotturu" userId="b05b7b5b44a41d69" providerId="LiveId" clId="{AB5B9185-8E54-4D9A-8A31-78CE5D0BC9F6}" dt="2025-07-08T10:40:26.638" v="1" actId="20577"/>
          <ac:spMkLst>
            <pc:docMk/>
            <pc:sldMk cId="3988170451" sldId="257"/>
            <ac:spMk id="2" creationId="{12010671-249C-340E-19B5-2BA72FEB1F0C}"/>
          </ac:spMkLst>
        </pc:spChg>
      </pc:sldChg>
      <pc:sldChg chg="del">
        <pc:chgData name="Prasuna Kotturu" userId="b05b7b5b44a41d69" providerId="LiveId" clId="{AB5B9185-8E54-4D9A-8A31-78CE5D0BC9F6}" dt="2025-07-08T10:40:35.052" v="2" actId="2696"/>
        <pc:sldMkLst>
          <pc:docMk/>
          <pc:sldMk cId="969282529" sldId="304"/>
        </pc:sldMkLst>
      </pc:sldChg>
      <pc:sldChg chg="del">
        <pc:chgData name="Prasuna Kotturu" userId="b05b7b5b44a41d69" providerId="LiveId" clId="{AB5B9185-8E54-4D9A-8A31-78CE5D0BC9F6}" dt="2025-07-08T10:40:39.887" v="3" actId="2696"/>
        <pc:sldMkLst>
          <pc:docMk/>
          <pc:sldMk cId="3830785603" sldId="305"/>
        </pc:sldMkLst>
      </pc:sldChg>
      <pc:sldChg chg="del">
        <pc:chgData name="Prasuna Kotturu" userId="b05b7b5b44a41d69" providerId="LiveId" clId="{AB5B9185-8E54-4D9A-8A31-78CE5D0BC9F6}" dt="2025-07-08T10:40:54.284" v="4" actId="2696"/>
        <pc:sldMkLst>
          <pc:docMk/>
          <pc:sldMk cId="168701777" sldId="306"/>
        </pc:sldMkLst>
      </pc:sldChg>
      <pc:sldChg chg="del">
        <pc:chgData name="Prasuna Kotturu" userId="b05b7b5b44a41d69" providerId="LiveId" clId="{AB5B9185-8E54-4D9A-8A31-78CE5D0BC9F6}" dt="2025-07-08T10:40:54.284" v="4" actId="2696"/>
        <pc:sldMkLst>
          <pc:docMk/>
          <pc:sldMk cId="2860166863" sldId="309"/>
        </pc:sldMkLst>
      </pc:sldChg>
      <pc:sldChg chg="del">
        <pc:chgData name="Prasuna Kotturu" userId="b05b7b5b44a41d69" providerId="LiveId" clId="{AB5B9185-8E54-4D9A-8A31-78CE5D0BC9F6}" dt="2025-07-08T10:40:54.284" v="4" actId="2696"/>
        <pc:sldMkLst>
          <pc:docMk/>
          <pc:sldMk cId="3180585147" sldId="318"/>
        </pc:sldMkLst>
      </pc:sldChg>
      <pc:sldChg chg="del">
        <pc:chgData name="Prasuna Kotturu" userId="b05b7b5b44a41d69" providerId="LiveId" clId="{AB5B9185-8E54-4D9A-8A31-78CE5D0BC9F6}" dt="2025-07-08T10:40:54.284" v="4" actId="2696"/>
        <pc:sldMkLst>
          <pc:docMk/>
          <pc:sldMk cId="3413472315" sldId="319"/>
        </pc:sldMkLst>
      </pc:sldChg>
      <pc:sldChg chg="del">
        <pc:chgData name="Prasuna Kotturu" userId="b05b7b5b44a41d69" providerId="LiveId" clId="{AB5B9185-8E54-4D9A-8A31-78CE5D0BC9F6}" dt="2025-07-08T10:40:54.284" v="4" actId="2696"/>
        <pc:sldMkLst>
          <pc:docMk/>
          <pc:sldMk cId="729087032" sldId="320"/>
        </pc:sldMkLst>
      </pc:sldChg>
      <pc:sldChg chg="del">
        <pc:chgData name="Prasuna Kotturu" userId="b05b7b5b44a41d69" providerId="LiveId" clId="{AB5B9185-8E54-4D9A-8A31-78CE5D0BC9F6}" dt="2025-07-08T10:40:54.284" v="4" actId="2696"/>
        <pc:sldMkLst>
          <pc:docMk/>
          <pc:sldMk cId="3717789194" sldId="321"/>
        </pc:sldMkLst>
      </pc:sldChg>
      <pc:sldChg chg="del">
        <pc:chgData name="Prasuna Kotturu" userId="b05b7b5b44a41d69" providerId="LiveId" clId="{AB5B9185-8E54-4D9A-8A31-78CE5D0BC9F6}" dt="2025-07-08T10:40:54.284" v="4" actId="2696"/>
        <pc:sldMkLst>
          <pc:docMk/>
          <pc:sldMk cId="3027138078" sldId="322"/>
        </pc:sldMkLst>
      </pc:sldChg>
      <pc:sldChg chg="del">
        <pc:chgData name="Prasuna Kotturu" userId="b05b7b5b44a41d69" providerId="LiveId" clId="{AB5B9185-8E54-4D9A-8A31-78CE5D0BC9F6}" dt="2025-07-08T10:40:54.284" v="4" actId="2696"/>
        <pc:sldMkLst>
          <pc:docMk/>
          <pc:sldMk cId="270073934" sldId="323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82" units="cm"/>
          <inkml:channel name="Y" type="integer" max="1886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6628" units="1/cm"/>
          <inkml:channelProperty channel="Y" name="resolution" value="1000.212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05T05:16:57.3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10873 5983 950 0,'0'-1'3'0,"2"1"-5"0,-1-1 5 0,0-2 2 0,1 1 6 0,-2-2 6 0,-2 2 7 0,0-5 4 0,1 3-3 0,-1-2-3 0,0-1-3 0,-2 0-2 0,0 0-1 0,-1 1-2 0,1-3-2 0,-1 0 0 0,1-1 1 0,2 0-2 0,0-3 2 0,4 0-2 0,0-2-1 0,3-1 0 15,2-5-4-15,1 0 0 0,1-2-3 0,-1 3 1 0,1 1 0 0,1 0 2 0,0 0 0 0,3-1 1 0,3 2 1 16,0 2 2-16,0 3 1 0,2 1 0 0,-1 0 1 16,3 4-4-16,-6 2-1 15,1 0-2-15,2 3-2 0,-1 3 0 0,9 1-1 16,3 2-1-16,-1 4 0 0,-4 1 0 16,-6 1-1-16,-3 2 1 0,-4 1 0 15,2 2 0-15,2 2-1 0,-3 4 1 16,-2 2 2-16,-1 4 3 0,-4-2 5 15,-2 2 2-15,-4 3-1 0,-3-3-1 0,-2 5-1 16,-1-8 1-16,-2 1 2 0,-2-1-1 16,1 1-1-16,0 0-1 0,6 1-3 15,0 2-1-15,-1-1-1 0,-3-1-1 16,-6-2-2-16,0 0 2 0,2-2-2 16,2 0 1-16,1 2 1 0,1-1 0 15,1 1 0-15,-1-3 5 0,-3 0 4 16,-1-5 2-16,0-4 1 0,3 2-3 15,4 2-6-15,2 3-2 0,-3 0-2 16,-4-1-1-16,-5-2 0 0,-2 0-1 0,-2 1 0 16,-3-4 1-16,0 0-2 0,-2-1 1 15,0 1 0-15,3-2 0 0,-4 0 0 16,-2-1 0-16,0-1-1 0,-2 0 1 16,4 1-1-16,6 0 0 0,5-3 1 15,3 2 0-15,-1-1-1 0,2-2 0 16,-1 2 0-16,3-1 0 0,3-2 0 15,4 1 0-15,1-2 0 0,0 2-1 0,0-3 0 16,1 1 0-16,0 1 0 0,1-1 1 16,1 1 0-16,-1 1 0 0,1 1 0 15,-1-2 1-15,3 1-1 0,-2 0 1 16,1 0-1-16,0-1 0 0,0 1 0 16,-1-2 0-16,2 1-1 0,-2 0 1 15,0-3 1-15,-2-1 1 0,1 0 3 16,0 0 2-16,1 0 2 0,4-1 2 0,-2-1-1 15,1-3-3-15,-1-1-2 0,-1 0-3 16,-1-1 0-16,3-1-1 0,0 3 0 16,4-4 0-16,3 2 0 0,0 0-1 15,2 1 0-15,2 0 0 0,1 1 0 16,2 2 0-16,1 0 0 0,0 1 0 16,1-1 1-16,-6 2-1 0,2 0 1 15,-1 0 0-15,1 1 0 0,4 0 1 0,-1 0 4 16,0 0 6-16,2 1 2 0,-2 1 1 15,-4-1-3-15,-2 3-5 0,4-4-2 16,-1 2-1-16,5 1-1 0,5 1 0 16,-2 0-1-16,-1 2 0 0,-6 1 0 0,-5 4-1 15,-4 0 0-15,0 4 0 0,5 3 0 16,-2-2 0-16,4 3 1 0,-3-1 0 16,2 1-2-16,0-2 1 15,0-1 1-15,-2 0-1 0,0-5 0 0,-2-1 0 16,-1-2 0-16,-1 0 0 0,0-6 0 15,-2 0 0-15,-1-1 1 0,1-1 3 16,1-2 9-16,2-1 5 0,1-6 5 16,2-2-2-16,0-3-5 0,1-2-5 15,-2 0-4-15,-2-1-2 0,-3 0-2 16,1 1-1-16,0 0 2 0,-3 1 3 0,1 2 2 16,-2 0 3-16,-2 3-1 0,1 0-2 15,-1 1-4-15,-1 1-1 0,0 1-1 16,0 0-2-16,-1 2 0 0,0-1-1 15,-1 2 0-15,-1-1 0 0,0 1-1 16,-2-1 0-16,0 2 0 0,-2 0 1 16,1 0 2-16,-2 1-1 0,0 1-1 0,2 0-1 15,0 1 1-15,2 0-1 0,-2 0 2 16,2 2-7-16,-1-1-20 0,2 0-20 16,2-1-37-16,0 1-14 0,2 1-15 15,4-5-9-15,4-3-37 0,4-9 88 16</inkml:trace>
  <inkml:trace contextRef="#ctx0" brushRef="#br0" timeOffset="1149.8">15683 5512 1732 0,'-15'3'41'0,"11"-11"-20"0,7 7-39 0,7 4-7 0,2 2 13 0,0 1 12 0,-3 1 1 0,-3-2 0 0,-3 1 1 0,-2-4-2 16,0 1 1-16,1-2-1 0,-2 1 3 0,0 1 5 16,0-1 5-16,0 0 2 0,0 0-2 15,0 3-5-15,1 1-4 0,-1 3-2 16,1 0-1-16,0 2-1 0,0 4 0 15,-1 1 1-15,1 2-1 0,-1 5 0 16,0 1 0-16,0 5 0 0,-1-3 0 16,0 5 0-16,-2-3 0 0,-1-2 0 15,0 6 0-15,-3-3 0 0,-3 2 0 0,-2-2 0 16,-3 3 0-16,-1 1 1 0,1 1-1 16,1-1 0-16,4-3 1 0,0 2 0 15,0-2-1-15,0 0 1 0,-5 1 0 16,-1-5-1-16,0-5 0 0,-1-3 1 15,1-2 0-15,1-1 0 0,4 1 1 16,1-3-1-16,1-2 0 0,1-5 1 0,4-1-1 16,0-2 0-16,1-1 0 0,3-2 0 15,-1 2 1-15,0-2 0 0,1 0 0 16,-1 0-1-16,0-4 1 0,1 2-1 16,1-3-1-16,0 1 1 0,2-2-1 15,2-2 0-15,1 1 0 0,6 0-1 16,0-1 1-16,3 2 0 0,5 1 0 15,1 1-1-15,3 3 1 0,0 0-1 0,-2 1 0 16,0 0 1-16,1 1-1 0,0 2 0 16,1-3 1-16,-2 3-1 0,1 0 1 15,3 2 0-15,6-1 0 0,-1 3 0 16,1 1 0-16,-4-1 0 0,-4 0 0 16,1 0 0-16,2 0 0 0,-2 1 0 15,5 0 1-15,3-1-1 0,-2 2 0 16,0-2 1-16,-5 0-1 0,-2-1 1 15,-2-1 0-15,0 1 0 0,-1-3-1 0,-2 2 2 16,-2-2-2-16,-1-1 1 0,-2 2 0 16,-3-4-1-16,-3 3 1 0,5-2-1 15,1 0 1-15,3-1-1 0,1 1 1 16,-4-1-1-16,-1 0 1 0,-3 0-1 16,-2-2 1-16,-3 0 1 0,1-2-1 15,-2 0-12-15,0-2-23 0,-4-3-26 16,-1-4-26-16,-5-4-19 0,1-4-7 0,-4-5-119 15,-3-3 145-15</inkml:trace>
  <inkml:trace contextRef="#ctx0" brushRef="#br0" timeOffset="1632.47">16032 5976 1334 0,'-4'-6'14'0,"8"6"-36"0,6 0-9 0,2 1 15 0,-3 1 6 0,-6 0 3 0,-1-1 4 0,-2 1 2 0,0 1 4 0,-1-2 8 0,-1 1 10 0,0 1 8 15,-1-3 4-15,2 3 1 0,0-1 1 16,0 0-4-16,0 2 0 0,1-1-3 15,0 3-6-15,1-2-3 0,1 4-4 16,0 1-5-16,2 1-4 0,-1 5-1 16,1-2-1-16,0 4 1 0,-1 3 1 15,1 5-1-15,-1 2 0 0,-1 4 1 16,1 4-1-16,-1 1 1 0,-1-1-1 0,0-3 0 16,-1-1 3-16,-1-2 7 15,-1 1 5-15,-3-3 4 0,1 0-2 0,-2-1-7 16,-2-3-3-16,-1 1-1 0,-2-1 0 15,0 1 1-15,0-2 2 0,2 2 1 16,2 0-1-16,1-1-4 0,1-2-3 16,0 1-4-16,2 0-1 0,0 2-1 0,-1 2 0 15,2-5 0-15,-1-2-1 0,0-1 0 16,1-1 0-16,0 2 0 0,-2-3 1 16,2-4 3-16,-1-3-9 0,-1-5-27 15,1-3-26-15,0-2-46 0,-4-8-207 16,-4-13 200-16</inkml:trace>
  <inkml:trace contextRef="#ctx0" brushRef="#br0" timeOffset="3115.9">20843 5270 975 0,'-1'5'60'0,"1"-5"26"0,0 0-18 0,0 0-24 0,0 0 2 0,0 0-5 0,0-1-5 0,0-1-4 0,0 0-7 0,0-1-8 0,0 3-5 0,0-1-5 16,0 1-4-16,-4-3 0 0,0 1-3 16,-2 2 1-16,-2 0 0 0,-2 0 0 15,0 0 0-15,-2 4 0 0,-1 1 0 16,-1 0 0-16,-3 2 0 0,1 1 1 15,2-2 0-15,-1 2 0 0,0 1 1 16,0 1 1-16,-3 3 0 0,2-3 0 16,-1 1 1-16,-3-1-1 0,-1 1 1 15,3 2 3-15,3-1 2 0,5 2-1 0,-1 0-1 16,-6 2-2-16,-2 0-3 0,-2 4-1 16,-1-3-1-16,1 4 0 0,0-2 0 15,3 2 1-15,2 2-1 0,3-2-1 16,0 4 1-16,1-1-1 0,0 6 1 15,-1 0 0-15,3-5-1 0,1 2 0 16,2-3 0-16,3 1 0 0,2 3 0 16,2-2 0-16,3-5-1 0,3 2 1 0,3-1 0 15,2 0 0-15,2 2 0 0,1 2 1 16,0-2 0-16,1 3-1 0,-3 1 0 16,1-1 0-16,0 3 1 15,2-2 0-15,1 4-1 0,2 0 0 0,-1-2 0 16,0-3 0-16,-1-5 0 0,-2 2 0 0,1-4 0 15,-5 1 0-15,-3-3 1 16,6-3-1-16,4-3 0 0,4 1 1 0,4-2 0 16,-4-1 0-16,2-1 0 0,-3 1 0 15,3-1-1-15,1-1 2 0,-1 0-2 16,5-3 0-16,0-1 1 0,-2-4-1 16,0 0 1-16,-4-2 1 0,-3-3-1 15,-2-2 1-15,-2-2 3 0,2-3 3 16,1-3 5-16,-1-3 1 0,-3-3 0 0,-2-7-4 15,-1-7-2-15,0-4-3 0,1-3-2 16,-1 1 0-16,-2-3-2 0,2 6-1 16,-1 2 1-16,1 5-1 0,2 6 0 15,-6 1 0-15,-1 4 0 0,-6 0-2 16,-6 4 0-16,-5 3 2 0,-2 0 1 16,-2 3 2-16,-3 2 2 0,0 1-2 0,-3 1 0 15,-7 1 0-15,-5 2-1 0,-5 1-1 16,-6 1 0-16,-3-1 0 0,-2 0 1 15,0 2-1-15,4 4 2 0,0 0 1 16,4 4-1-16,2 3 0 0,-1 3-1 16,-1 0 0-16,-2 2-1 0,-2 2 0 15,1-1 0-15,2 1-1 0,4 0 1 16,5-5-1-16,5 2 0 0,8-4 4 0,8-2-9 16,5-2-25-16,4-6-31 0,2-2 138 15,2-8-79-15</inkml:trace>
  <inkml:trace contextRef="#ctx0" brushRef="#br0" timeOffset="4982.79">26645 5515 1235 0,'-1'-6'-11'0,"1"6"-53"0,1 3-8 0,3 1 18 0,0 0 28 0,-2-3 21 0,-2 0 13 0,0-1 17 16,0-2 12-16,0-2 14 0,-1 0 3 0,0-3-5 0,-1 0-3 0,-2 1-4 0,2-3-7 0,-1 1-6 0,-1 1-8 0,1 0-8 16,-2 0-5-16,1 1-3 0,-3-1-2 15,-3-1-2-15,0 3 0 0,-2-2 0 0,-3 0-1 16,0 1 1-16,-3 1-1 0,1 1 1 16,-6-2-1-16,1 1 0 0,-1 2 0 15,-1 2 0-15,-7 1 0 0,5 0 1 16,2 2-1-16,-2 3 0 0,7 0 0 15,-8 2 1-15,-6 2-1 0,0 0 1 16,0 2-1-16,2 2 0 0,-4 1 1 16,1 1-1-16,0 0 0 0,2 2 1 0,5 1-1 15,1 0 0-15,4 0 0 0,3 0 1 16,2 1-1-16,0 1 0 0,-1 3 0 16,1 2 0-16,3 1 0 0,5 3 0 15,3-6 0-15,4 3 0 0,-1-1 1 16,0-3-1-16,4 4 0 0,2-4 0 15,1-4 2-15,2-2 4 0,5-4 3 16,5-2 4-16,3-2 2 0,2 0-3 0,2 0-2 16,0 0-2-16,5-3-4 0,5 1-1 15,5-2-1-15,6 1 0 0,-1-3-1 16,1 0 0-16,-1 0 1 0,-4 0-2 16,-3-1 2-16,0-1-1 0,-1 1 0 15,-3 1 0-15,4 1 0 0,-2 1-1 16,-2 3 1-16,2-2 1 0,0 4-1 15,2-1 0-15,-3 2 1 0,-2 2-1 16,-8 0-1-16,-2 0 1 0,-5 4-1 0,0 1 0 16,0-3 0-16,-4 5-1 0,0 1 1 15,-4 1 2-15,-2 1-1 0,-2 3 1 16,-2-1-1-16,1-2-1 0,-2-5 1 16,-1 1-1-16,0-3 1 0,-1 3-1 15,-2 3 1-15,0 0 0 0,-1-3 0 16,-2-5 0-16,-2 1-1 0,-2-3 0 0,-2 0 2 15,-2-2-2-15,0 1 1 0,-3-2 1 16,3-1-2-16,-3-1 1 0,-2-2 0 16,-4 0 0-16,-4-1 0 0,-2-1 0 15,1-2 0-15,3 0 0 0,-2-2 0 16,1-2 0-16,2 0 0 0,-7-1-1 16,2 2 1-16,2-1-1 0,0 0 1 15,6-1 0-15,2 1 1 0,-5-1 0 0,1-2-1 16,-1 0 1-16,3 0-2 0,1 0 1 15,3-2 0-15,2 0 0 0,2-3 0 16,2 0 2-16,0-3 5 0,2-4 2 16,5-2 2-16,-1-3 0 0,4 0-6 15,1-1 0-15,1-2-1 0,3-1-1 16,0-2 0-16,2 2 0 0,0 2 0 16,1 1-1-16,4 1 0 0,0 2 1 15,4 2 0-15,3 2 1 0,4 1 1 0,6 2-2 16,2 1 0-16,0 2-2 0,-3-2 0 15,6 2-1-15,1 1 1 0,5 0 0 16,5 0-1-16,-5 0 1 0,5 0-1 16,-1 0 1-16,1-3 0 0,-7-1 0 15,-3-2 1-15,-3-5 0 0,-6 2-1 0,-3 1 1 16,-5 7-3-16,-8 3-1 0,-2 2-2 16,-5-1-14-16,-4-4-34 15,-6-4 230-15,-11-4-150 0</inkml:trace>
  <inkml:trace contextRef="#ctx0" brushRef="#br0" timeOffset="6982.51">10903 11811 651 0,'-6'0'92'0,"-3"-5"90"0,5 2-101 0,0 0 4 0,-2-3-25 0,5 1-2 0,-1-1-1 0,-1-2-4 0,1-1-6 0,-2-2-4 0,-1 1-3 0,1-1-4 0,0 2-4 0,0 1-8 15,2 2-9-15,1 3-7 16,1 3-5-16,0-1-3 0,0 1 0 0,0 0 0 16,2 0 0-16,2 4 0 0,1 2-1 15,0 0 1-15,2 1 0 0,2 0 0 16,-2 2 0-16,2 0 0 0,0 0 0 15,3-1 0-15,4-2 3 0,3 3 1 16,0-4 2-16,2 1 2 0,2-2 1 16,-4 0 1-16,1-1 0 0,5-3-2 0,2 0 0 15,10-1 0-15,0-1-2 0,-1-2 0 16,5 0-1-16,3-3-2 0,7 1-1 16,1-3-1-16,-4 0 0 0,-6-2 0 15,-7 0 0-15,1 0-1 0,-5 2 1 16,2 1 0-16,-2 2 0 0,-3 2-1 0,-2 0 1 15,-9 2 0-15,-4 2 0 16,-10 0 2-16,-3 1-1 0,-1 3 1 0,0-2-1 16,1 2 1-16,0 3-1 0,2 1 0 15,-2 1 0-15,-6 2-1 0,-9 2 1 16,-4 0-2-16,-2 1 0 0,-1-1 2 16,2 0-2-16,-7 2 0 0,4 1 2 15,1-1-2-15,2 3 0 0,3 0 0 16,-5 3 0-16,-3-1 0 0,-1 2 1 15,-2 2-1-15,5-2 0 0,-3 2 0 0,1-2 0 16,-3 0 0-16,1-1 0 0,4 0 0 16,1-2 0-16,8-1 0 0,2-1 0 15,5-1 0-15,2-2 1 0,0 0-1 16,-3-2 0-16,-4-5 0 0,-3-2 0 16,3 0 0-16,0 1 0 0,5 1 0 15,2 0 0-15,2-1 0 0,2-2 0 16,1-2 0-16,0-2 0 0,2 3-2 0,3-3 1 15,5-3 1-15,4 0 0 0,3-2 0 16,-3-2 0-16,-1 0 0 0,-1 0 0 16,0-1 0-16,7 2 0 0,7 3 0 15,2 1 0-15,3 0 0 0,-2 0 0 16,-5-5 0-16,1-1 0 0,1 1 0 0,0 0 0 16,0 3 0-16,-3 1 1 0,-5 2 0 15,-1 1-1-15,3 0 0 0,0 3 0 16,1 4-1-16,1 0 1 0,-5 4 0 15,-3-2-1-15,0 2 1 0,0-2-1 16,2 2 0-16,0 2 1 0,-5-1 0 16,-6 6 0-16,-5-2 0 0,0-1 0 15,0 0 0-15,1-3 0 0,1 3 0 0,0-3 1 16,-2 2-1-16,0-2 1 0,0 1 0 16,-1 1-1-16,-1-2 1 0,-2 3-1 15,3-1 0-15,1 2 1 0,1 2-1 16,-2 0 0-16,-7-1 1 0,-6 1 0 15,-2-5 0-15,-1 2 0 0,-1 1 0 16,2 0 0-16,-7 3 3 0,-2 0 1 16,4-1 5-16,1-1 3 0,2 0 2 0,3-1-2 15,-1-2-2-15,-6 0-4 0,1-3-2 16,-3-6-1-16,-1-2-1 0,2-3 2 16,-2 0 1-16,-5 0 1 0,0-1 0 15,-3-3 0-15,4 4-1 0,11 0-1 16,-2 0-1-16,0 0-2 0,-3-4-1 15,-4-2 0-15,3 2 0 0,0-2 3 16,6 0 3-16,5-1 0 0,4-2 0 0,1-2-1 16,1 0-3-16,-4 0-2 15,1 0-1-15,2 1 1 0,1-1-4 16,2-3-8-16,1 2-21 0,1-2-22 0,3 2-25 16,1 0-32-16,5-3 61 0</inkml:trace>
  <inkml:trace contextRef="#ctx0" brushRef="#br0" timeOffset="8033.66">15448 11688 1449 0,'-4'9'57'0,"2"-11"5"0,1 4-43 0,1-2-20 0,2 2 0 0,0-3 0 0,2-2 1 0,-1-1 1 0,1-1 1 0,-2 7 0 0,0-2 0 0,1 0 0 0,2 1 0 0,2-4-1 15,-1-1 0-15,2 3 0 0,2 2-1 16,4 1 1-16,3 3-1 0,5 3 0 16,3-4 0-16,-1 3 0 0,2 3 0 0,3 2 0 15,-1 5 0-15,2-2 0 16,-1-2 0-16,6-1 0 0,0-5 0 0,3 0 5 15,2-4 0-15,-9-1 2 0,5-2 1 16,4-5-2-16,-1-2 1 0,2 0-1 16,0-6-1-16,-8-1-2 0,-2-3 1 15,-6-3-1-15,-3 0 2 0,-1 5 2 0,-4 1-1 16,-4 2-1-16,0 2 0 0,-2-2-1 16,-4 1-1-16,-3 2 0 0,0 4-1 15,-2 0-2-15,1 3-1 0,1 2-2 16,0 0 0-16,-1 2 2 0,0 3 1 15,-3 0 1-15,0 6 2 0,-5 1-1 16,2 2-1-16,-2 1 1 0,2 2-1 16,2-3 0-16,-3 3 0 0,-1 4 0 15,-1-2 0-15,-1 8 0 0,-1-2 0 16,0 1 0-16,-2 1 1 0,-1 1 0 0,4 4 0 16,0 5 0-16,0 3-1 0,-1 6 0 15,-1 6 0-15,-1 1-1 0,0-1 0 16,0-1 0-16,0-8 2 0,1-5 11 15,1-3 5-15,0-4 2 0,3-6 0 16,1-1-11-16,1-1-4 0,1 0-2 16,-1-1-1-16,1-3-1 0,0-1 0 15,0-3 1-15,2 0-1 0,0-2-1 0,0-1 1 16,0 2-1-16,-3-2 0 0,1 3 1 16,-1-4-1-16,2 0 0 0,0-2 0 15,-2 0 0-15,3-3 3 0,-2-2-6 16,1 1-12-16,1-5-14 0,0 0-20 15,-2-4-19-15,-3-5-21 0,1-5 687 16,-3-8-456-16</inkml:trace>
  <inkml:trace contextRef="#ctx0" brushRef="#br0" timeOffset="8432.14">15635 12322 1150 0,'0'8'74'0,"1"-5"71"0,5 1-129 0,3 2-16 0,2 1 0 0,1 0 1 0,2-2 5 0,-3-1 4 0,-1-2 7 0,0-1 6 16,1-1 5-16,3 0 3 0,3-3 0 0,10-4-2 0,2 0-6 0,2-2-5 15,4 0-5-15,-6-1-4 0,5 0-2 16,5 0-3-16,6-1-1 0,4-1 0 0,1 2 0 16,1 0-1-16,-5 0 1 0,-3 2-2 15,2 0 1-15,-4 3-1 0,-1 2 1 16,2 2 0-16,-3 1 0 0,-2 1 0 15,2 3 0-15,-4 0-1 0,-5 2-2 16,-7 2 0-16,-7-1-9 0,-6 4-18 16,-6-2-20-16,-4 2 656 0,-4-2-456 15</inkml:trace>
  <inkml:trace contextRef="#ctx0" brushRef="#br0" timeOffset="9483.62">20994 11598 1814 0,'0'2'45'0,"1"6"-21"0,4 6-28 0,3 4 1 0,-1 2 2 0,0 0 0 0,0-7 1 0,-4 1 0 0,0 2 0 0,-2 0 0 0,-1 5 0 16,0 3 0-16,-1-2 1 0,-1 1-1 0,-1 0 0 0,0 0 0 16,-2 1 0-16,2 0 0 0,-2 0 0 0,1-2 0 15,0 0 0-15,1-5 0 0,0-1 0 16,1-3 0-16,-2-3 1 0,2-3-1 16,0-3 1-16,2-2 0 0,0-2-1 15,0 1 1-15,0-1-1 0,0 0 0 16,3-1 1-16,-1-3 1 0,3-3 0 15,0-3-1-15,3-1 1 0,3-4-2 0,3 1 0 16,3 0 0-16,5 2 0 0,3-2 0 16,2 3 1-16,3-1-1 0,-3 3-1 15,1 1 1-15,5 2 0 16,-1 4 0-16,4 0 0 0,1 2 0 0,-1 0 0 16,-6 0 0-16,1 2 0 0,-4 3 0 15,-2 0 0-15,1 3 0 0,-3 3-1 16,-3 0 1-16,-2 4-2 0,-1 2 0 0,-1 3 2 15,-2 1-2-15,-2 2 2 0,-1 2 0 16,-3-1-1-16,0 5 1 0,-2 1 0 16,-3-1 0-16,-2-1 0 0,-2-6 0 15,-2 0 1-15,-4-1 0 0,0-2 0 16,-2 3 0-16,-4-1 0 0,-2-3 1 0,-2-3-1 16,-2-2 1-16,0-1 1 0,0-2 0 15,-3-1 1-15,-3-2-1 0,-2-2-1 16,-2-2 0-16,1 0 1 0,-2-3-1 15,-2 0 1-15,-1-3 2 0,-3-3-1 16,4-1 0-16,4 1-1 0,3-1-2 16,2 0-1-16,0 1 1 0,0-1-1 15,-2 1 0-15,5-2 0 0,0 1-1 0,4 0-5 16,6-2-12-16,1 0-21 16,0 0-25-16,2 1-26 0,2-6-25 0,0-1 695 15,2-5-446-15</inkml:trace>
  <inkml:trace contextRef="#ctx0" brushRef="#br0" timeOffset="9917.07">21004 11698 1317 0,'0'4'40'0,"2"0"-5"0,2-2-31 16,-1 1-1-16,2-2 1 0,-4 3 7 0,1-2 6 0,1-1 10 0,1-1 5 0,1-2 2 0,3-4-1 0,2 1-2 0,5-4-5 15,7 2-5-15,1-1-7 0,3 0-7 16,3 0-3-16,-4-4-2 0,5 0-2 0,5 1 1 16,3 0 0-16,4 2-1 0,1 3 1 15,-3 1 0-15,2 1-1 0,-3 0 1 16,2 1 2-16,1-1 1 0,-5 2 3 16,0 0 3-16,-8 1 0 0,-2 0 1 15,-5 0-2-15,-5-1-2 0,-2 2-1 16,-7 2-3-16,-1-2-3 0,-6 0-1 15,0 0-1-15,-1 0-2 0,1 3-16 0,-5-1-23 16,-3 3-45-16,0 1 45 0</inkml:trace>
  <inkml:trace contextRef="#ctx0" brushRef="#br0" timeOffset="10665.88">25929 11695 1444 0,'0'2'45'0,"0"-2"-19"0,-1 0-8 16,1 0-18-16,1 1 0 0,0-2 11 0,0-3 10 0,-1 1 14 0,0 2 10 0,0 1-4 0,1 0-7 0,4 1-12 0,-1 4-11 0,1 2-5 16,1 5-4-16,0 3-1 0,-2 4 0 15,0 2 0-15,-3 3-1 0,0 2 0 16,0-1 0-16,-1 3 0 0,0 1 0 15,0 4 0-15,0 4 0 0,0 2 1 16,2 5-1-16,-2 2 1 0,0 2 3 16,0 0 4-16,-2-4 5 0,2-5 6 15,-1-3 0-15,1-3-1 0,-2-3-4 16,-1-3-4-16,-1-6-2 0,0-1-1 0,-2-2-1 16,1-1-1-16,0-1-2 0,2-4 1 15,2-1-3-15,1-3 0 0,-1-1 0 16,1-1-1-16,0-4 0 0,0-1-3 15,0-1-14-15,0 1-15 0,0-1-19 16,0 0-23-16,-2-7-22 0,2-5 401 16,5-8-244-16</inkml:trace>
  <inkml:trace contextRef="#ctx0" brushRef="#br0" timeOffset="11401.91">26572 11820 1329 0,'-2'-25'51'0,"-2"22"21"0,3 3-69 0,0-1-2 0,-1 1 0 0,-1 0 0 0,-3 0 1 0,-2 0-1 0,-1-1 1 0,-1 1 1 0,0-1 5 0,2 1 3 15,-1 1 6-15,0 1 4 16,-2 4 1-16,0-2-1 0,-1 3-3 0,2 2-3 15,1 3-4-15,0 2 0 0,0-1-3 16,-2 2 0-16,-3 1-1 0,-4 1-2 16,0 5 3-16,4 0 7 0,5 2 5 15,5 0 6-15,-4 1-2 0,-1 0-6 16,-1 2-7-16,0-1-5 0,1 3-2 16,1 0-2-16,-1 0 0 0,1 0-1 15,0-5 0-15,4-1 0 0,0 0-1 0,3-1 1 16,2 3 1-16,4-1-1 0,0-2 0 15,4-1 0-15,-1-1 0 0,-1 0-1 16,1 0 1-16,1 1 0 0,1-1-1 16,0 2 1-16,-2-4 0 0,0 0 0 15,-3-4 2-15,10-3 1 0,3-1 2 0,3-3 3 16,4-1 1-16,-6-6 1 16,3 0 1-16,3-5-1 0,3-3 2 0,2-3 2 15,3-2 2-15,3-5 0 0,-2-2-1 16,-1-4-2-16,-7-1-1 0,-1 2-1 15,-2-4-2-15,-2 1-1 0,-4-2 0 16,-2-3-1-16,-4-3 1 0,-2-3-1 16,-1-2 1-16,-2 5 1 0,-4 1 0 0,-2 1 1 15,-2 2-3-15,-5-1-2 0,-1 2-1 16,-3 3-2-16,-1 4 0 0,-4 1-1 16,-3 1-1-16,-3 5 1 0,-1-1-2 15,-1 3 0-15,2 2 0 0,-4 5 0 16,-1-2 1-16,-2 3-11 0,-4 2-24 15,2 1-25-15,-2-3-55 0,-4 3 219 16,-6-4-104-16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8B9337-DBF9-407B-A16D-D6F434E91E05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0EBCD2-9014-4B46-A62C-B93477EE94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553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EBCD2-9014-4B46-A62C-B93477EE946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9357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FE42A-C3C3-5905-F5CE-690678CF9B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8D824B-141D-74F0-67ED-EBE0A229B7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6B330-4430-B270-3F99-8FB9DC5BE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0B35E-B1C4-4D49-BE73-52464A9CBD17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0D7C3-D97C-D993-86B2-4B44775F1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E505D-4628-2474-AD1B-F6F0207A3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B5B38-23F9-44CF-A3D0-E39DBCE8D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2967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12716-4D97-90C4-1C19-2889FC38B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3A331-407A-B330-9C75-C49D87624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ECE03-A4C0-BEAF-4BEB-36F32B5A2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0B35E-B1C4-4D49-BE73-52464A9CBD17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71C1D-C81A-53EA-A8C9-718A7F2D6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0685A-EDD3-6CB2-8732-11746B7CA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B5B38-23F9-44CF-A3D0-E39DBCE8D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892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529A4-2CC2-A80A-EBBB-C9515AB7F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55DBFA-F69C-2FFC-F869-182EF5894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522A4-5441-F25D-DC39-98F650561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0B35E-B1C4-4D49-BE73-52464A9CBD17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C5B20-BB79-430B-E0B4-FF6BC28BD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A098C-0BFF-5300-852A-4F6560247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B5B38-23F9-44CF-A3D0-E39DBCE8D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037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6EF81-F0EC-F8A9-09E4-C0227D805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3DF95-32FF-3C61-EC70-4F33FF5F96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41B9B2-4034-2DB8-DB3E-B14C6DAF27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7D677A-B4E5-6E33-AC34-01A4C7C98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0B35E-B1C4-4D49-BE73-52464A9CBD17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A1DEDB-D7A9-452F-66C4-66689B080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60E185-EDDE-5BCC-4DAB-A81F0C569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B5B38-23F9-44CF-A3D0-E39DBCE8D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023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962B9-E89B-0044-BBFC-03F6938FA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756CAE-C40B-6792-F329-AFEE04322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CC7521-82AC-ED6E-D59B-97E88557A1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8935DF-47C9-A63D-7047-669CF1B6A7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BD4845-7A19-03D7-FDF8-51F0230725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3E88E6-EF59-3EAF-3828-424E82D85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0B35E-B1C4-4D49-BE73-52464A9CBD17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C4A516-B47C-1780-4080-F872CD9D7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D9E31-0C31-0723-63E9-F3ABF2F22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B5B38-23F9-44CF-A3D0-E39DBCE8D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493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AD3B0-9EDE-3F92-AF28-4C00B0928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A5A1F0-856F-A749-3AFE-E4ED9D810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0B35E-B1C4-4D49-BE73-52464A9CBD17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021BF2-5FA7-C62C-D44E-E821317F5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4707F4-FDFC-7B00-5E6F-D781FFD9E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B5B38-23F9-44CF-A3D0-E39DBCE8D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385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F03D1B-6334-E56B-CE0E-B0564BE54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0B35E-B1C4-4D49-BE73-52464A9CBD17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393D38-044E-9AFB-C9EC-F360D795E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75B98-D9D2-A6C1-4638-D72E8913E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B5B38-23F9-44CF-A3D0-E39DBCE8D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5536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5AA6E-7CD9-2D8E-A6AE-039454787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1DA3B-3C75-96DD-A60A-2E938F189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B69315-764A-32C6-6534-234B1E1089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C07FB2-C60B-DB90-B12D-0CDDF85FC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0B35E-B1C4-4D49-BE73-52464A9CBD17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BD343D-1510-4D2E-F9CE-985BA6E1B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BDA44-BAC7-9C1F-B688-7BDFABBFC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B5B38-23F9-44CF-A3D0-E39DBCE8D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387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1ED64-1B17-729F-CA6D-8581877B3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9845E8-095D-CC65-8C7F-3DAFEF7EAE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F79A96-A8B4-10F1-7700-FA8EB9BBB9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6B55BD-0530-A33C-19F7-A484AB448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0B35E-B1C4-4D49-BE73-52464A9CBD17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6B801D-CB29-3C88-6257-F299317FB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3EF36C-6E89-C82E-5BC8-937666B30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B5B38-23F9-44CF-A3D0-E39DBCE8D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429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240B9-A755-C530-8FF5-A8D3E2FDE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B57F5A-FDC6-2603-B08B-BA53A14E2D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9D8B6-47E9-02CD-9B79-C237E87A1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0B35E-B1C4-4D49-BE73-52464A9CBD17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1B17D-6B2B-844E-BA66-1B64BB9FD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16B23-1C12-875D-1664-53F8E5F97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B5B38-23F9-44CF-A3D0-E39DBCE8D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375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06F199-2057-8ACA-6619-81906B4909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842A8B-7D26-7851-10A0-91B4C89008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44B5B-1177-A7B2-90E3-B648EAD04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0B35E-B1C4-4D49-BE73-52464A9CBD17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EC39C-2A38-AD62-2235-444B7FB2E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F5F24-34F3-B462-870D-6BB73C19A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B5B38-23F9-44CF-A3D0-E39DBCE8D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7636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2785C3-2868-CEA8-F67D-5C86FB762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E396A-DA83-9693-B083-D58A2F46E0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E56CA-04EA-61E4-39E3-4F3ACF55AC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F0B35E-B1C4-4D49-BE73-52464A9CBD17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982BE-8FA5-0ACD-2C3B-4B92397F67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264408-984C-D761-059E-504491B7C8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B5B38-23F9-44CF-A3D0-E39DBCE8D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809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3F2F65-8282-9C7E-CEBC-B3FCF09DF9DC}"/>
              </a:ext>
            </a:extLst>
          </p:cNvPr>
          <p:cNvSpPr txBox="1"/>
          <p:nvPr/>
        </p:nvSpPr>
        <p:spPr>
          <a:xfrm>
            <a:off x="1267097" y="1288145"/>
            <a:ext cx="965780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  <a:t>ARTIFICIAL INTELLIGENCE </a:t>
            </a:r>
            <a:b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</a:br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  <a:t>&amp; </a:t>
            </a:r>
            <a:b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</a:br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  <a:t>MACHINE LEARNING</a:t>
            </a:r>
            <a:endParaRPr lang="en-IN" sz="4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010671-249C-340E-19B5-2BA72FEB1F0C}"/>
              </a:ext>
            </a:extLst>
          </p:cNvPr>
          <p:cNvSpPr txBox="1"/>
          <p:nvPr/>
        </p:nvSpPr>
        <p:spPr>
          <a:xfrm>
            <a:off x="1267097" y="3566772"/>
            <a:ext cx="96578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3000" b="1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+mj-ea"/>
                <a:cs typeface="+mj-cs"/>
              </a:rPr>
              <a:t>SESSION NO : 23</a:t>
            </a:r>
          </a:p>
          <a:p>
            <a:pPr algn="ctr"/>
            <a:r>
              <a:rPr lang="en-US" sz="2400" b="1" dirty="0">
                <a:latin typeface="Gill Sans MT"/>
                <a:ea typeface="+mj-ea"/>
                <a:cs typeface="+mj-cs"/>
              </a:rPr>
              <a:t>Logistic Regression , Regularization (Ridge, Lasso)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988170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8309" y="101888"/>
            <a:ext cx="10515600" cy="75709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n/>
                <a:solidFill>
                  <a:srgbClr val="C00000"/>
                </a:solidFill>
                <a:latin typeface="+mn-lt"/>
                <a:cs typeface="Poppins" panose="00000500000000000000" pitchFamily="2" charset="0"/>
              </a:rPr>
              <a:t>Logistic regression</a:t>
            </a:r>
            <a:endParaRPr lang="en-US" sz="32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2999" y="994351"/>
            <a:ext cx="10321637" cy="4806373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Logistic Regression is a supervised machine learning algorithm used for classification problems.</a:t>
            </a:r>
          </a:p>
          <a:p>
            <a:pPr algn="just"/>
            <a:r>
              <a:rPr lang="en-US" sz="2400" dirty="0"/>
              <a:t>Unlike linear regression which predicts continuous values it predicts the probability that an input belongs to a specific class. </a:t>
            </a:r>
          </a:p>
          <a:p>
            <a:pPr algn="just"/>
            <a:r>
              <a:rPr lang="en-US" sz="2400" dirty="0"/>
              <a:t>It is used for binary classification where the output can be one of two possible categories such as Yes/No, True/False or 0/1. </a:t>
            </a:r>
          </a:p>
          <a:p>
            <a:pPr algn="just"/>
            <a:r>
              <a:rPr lang="en-US" sz="2400" dirty="0"/>
              <a:t>It uses sigmoid function to convert inputs into a probability value between 0 and 1.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823" y="4145323"/>
            <a:ext cx="8538571" cy="2400734"/>
          </a:xfrm>
          <a:prstGeom prst="rect">
            <a:avLst/>
          </a:prstGeom>
        </p:spPr>
      </p:pic>
      <p:pic>
        <p:nvPicPr>
          <p:cNvPr id="5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9611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01906-AE6C-480D-2CDE-2B47DA070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D9ACF-3A12-199F-FD29-F022E9853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309" y="101888"/>
            <a:ext cx="10515600" cy="75709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n/>
                <a:solidFill>
                  <a:srgbClr val="C00000"/>
                </a:solidFill>
                <a:latin typeface="+mn-lt"/>
                <a:cs typeface="Poppins" panose="00000500000000000000" pitchFamily="2" charset="0"/>
              </a:rPr>
              <a:t>Logistic regression</a:t>
            </a:r>
            <a:endParaRPr lang="en-US" sz="3200" dirty="0">
              <a:latin typeface="+mn-lt"/>
            </a:endParaRPr>
          </a:p>
        </p:txBody>
      </p:sp>
      <p:pic>
        <p:nvPicPr>
          <p:cNvPr id="5" name="Picture 2" descr="KL University - Wikipedia">
            <a:extLst>
              <a:ext uri="{FF2B5EF4-FFF2-40B4-BE49-F238E27FC236}">
                <a16:creationId xmlns:a16="http://schemas.microsoft.com/office/drawing/2014/main" id="{BB5DABAB-5035-C08E-59C4-2F95B73EB4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077D2D-AC48-4CF2-4CE3-239C3F5F2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6346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4692"/>
            <a:ext cx="10515600" cy="803564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+mn-lt"/>
              </a:rPr>
              <a:t>Types of Logistic Regression</a:t>
            </a:r>
            <a:endParaRPr lang="en-US" sz="32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324" y="943681"/>
            <a:ext cx="11068051" cy="5653519"/>
          </a:xfrm>
        </p:spPr>
        <p:txBody>
          <a:bodyPr>
            <a:normAutofit lnSpcReduction="10000"/>
          </a:bodyPr>
          <a:lstStyle/>
          <a:p>
            <a:pPr marL="457200" indent="-457200" algn="just">
              <a:buAutoNum type="arabicPeriod"/>
            </a:pPr>
            <a:r>
              <a:rPr lang="en-US" sz="2400" b="1" dirty="0"/>
              <a:t>Binomial Logistic Regression</a:t>
            </a:r>
            <a:r>
              <a:rPr lang="en-US" sz="2400" dirty="0"/>
              <a:t>: </a:t>
            </a:r>
          </a:p>
          <a:p>
            <a:pPr algn="just"/>
            <a:r>
              <a:rPr lang="en-US" sz="2400" dirty="0"/>
              <a:t>This type is used when the dependent variable has only two possible categories. It is used for binary classification problems.</a:t>
            </a:r>
          </a:p>
          <a:p>
            <a:pPr algn="just"/>
            <a:r>
              <a:rPr lang="en-US" sz="2400" dirty="0"/>
              <a:t>Examples: Yes/No, Pass/Fail or 0/1..</a:t>
            </a:r>
          </a:p>
          <a:p>
            <a:pPr marL="0" indent="0" algn="just">
              <a:buNone/>
            </a:pPr>
            <a:r>
              <a:rPr lang="en-US" sz="2400" b="1" dirty="0"/>
              <a:t>2. Multinomial Logistic Regression</a:t>
            </a:r>
            <a:r>
              <a:rPr lang="en-US" sz="2400" dirty="0"/>
              <a:t>: </a:t>
            </a:r>
          </a:p>
          <a:p>
            <a:pPr algn="just"/>
            <a:r>
              <a:rPr lang="en-US" sz="2400" dirty="0"/>
              <a:t>This is used when the dependent variable has three or more possible categories that are not ordered. </a:t>
            </a:r>
          </a:p>
          <a:p>
            <a:pPr algn="just"/>
            <a:r>
              <a:rPr lang="en-US" sz="2400" dirty="0"/>
              <a:t>It extends the binary logistic regression to handle multiple classes.</a:t>
            </a:r>
          </a:p>
          <a:p>
            <a:pPr algn="just"/>
            <a:r>
              <a:rPr lang="en-US" sz="2400" dirty="0"/>
              <a:t>Example: classifying animals into categories like "cat," "dog" or "sheep."</a:t>
            </a:r>
          </a:p>
          <a:p>
            <a:pPr marL="0" indent="0" algn="just">
              <a:buNone/>
            </a:pPr>
            <a:r>
              <a:rPr lang="en-US" sz="2400" b="1" dirty="0"/>
              <a:t>3. Ordinal Logistic Regression</a:t>
            </a:r>
            <a:r>
              <a:rPr lang="en-US" sz="2400" dirty="0"/>
              <a:t>: </a:t>
            </a:r>
          </a:p>
          <a:p>
            <a:pPr algn="just"/>
            <a:r>
              <a:rPr lang="en-US" sz="2400" dirty="0"/>
              <a:t>This type applies when the dependent variable has three or more categories with a natural order or ranking. </a:t>
            </a:r>
          </a:p>
          <a:p>
            <a:pPr algn="just"/>
            <a:r>
              <a:rPr lang="en-US" sz="2400" dirty="0"/>
              <a:t>It takes the order of the categories into account when modeling.</a:t>
            </a:r>
          </a:p>
          <a:p>
            <a:pPr algn="just"/>
            <a:r>
              <a:rPr lang="en-US" sz="2400" dirty="0"/>
              <a:t>Examples: ratings like "low," "medium" and "high."</a:t>
            </a:r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8834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20435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+mn-lt"/>
              </a:rPr>
              <a:t>Assumptions of Logistic Regression </a:t>
            </a:r>
            <a:endParaRPr lang="en-US" sz="32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71524" y="804801"/>
            <a:ext cx="10991851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Independence of observations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Each observation is assumed to be independent, with no correlation or dependence across samples.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Binary outcome requirement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Logistic regression assumes a binary dependent variable. When the outcome involves more than two categories, extensions such as the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Softmax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function are employed.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Linearity in the logit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A linear relationship is assumed between the independent variables and the log odds of the dependent variable, indicating that predictors exert a linear effect on the logit.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Absence of influential outliers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Extreme outliers should be avoided, as they can bias coefficient estimates.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Adequate sample size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A sufficiently large dataset is required to ensure precise, reliable, and stable parameter estimation.</a:t>
            </a:r>
          </a:p>
        </p:txBody>
      </p:sp>
      <p:pic>
        <p:nvPicPr>
          <p:cNvPr id="5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3259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1436" y="0"/>
            <a:ext cx="10515600" cy="775855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+mn-lt"/>
              </a:rPr>
              <a:t>Understanding Sigmoid Function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964" y="775855"/>
            <a:ext cx="11420475" cy="5758295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/>
              <a:t>Sigmoid function in logistic regression</a:t>
            </a:r>
            <a:r>
              <a:rPr lang="en-US" altLang="en-US" sz="2400" dirty="0"/>
              <a:t>:</a:t>
            </a:r>
            <a:br>
              <a:rPr lang="en-US" altLang="en-US" sz="2400" dirty="0"/>
            </a:br>
            <a:r>
              <a:rPr lang="en-US" altLang="en-US" sz="2400" dirty="0"/>
              <a:t>The sigmoid function plays a key role in logistic regression by transforming the model’s raw output into a probability value between 0 and 1.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/>
              <a:t>How it works</a:t>
            </a:r>
            <a:r>
              <a:rPr lang="en-US" altLang="en-US" sz="2400" dirty="0"/>
              <a:t>:</a:t>
            </a:r>
            <a:br>
              <a:rPr lang="en-US" altLang="en-US" sz="2400" dirty="0"/>
            </a:br>
            <a:r>
              <a:rPr lang="en-US" altLang="en-US" sz="2400" dirty="0"/>
              <a:t>This function accepts any real-valued number and maps it within the range of 0 to 1, producing an "S"-shaped curve known as the sigmoid or logistic curve. Since probability must always lie between 0 and 1, the sigmoid function is ideally suited for this task.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/>
              <a:t>Threshold-based classification</a:t>
            </a:r>
            <a:r>
              <a:rPr lang="en-US" altLang="en-US" sz="2400" dirty="0"/>
              <a:t>:</a:t>
            </a:r>
            <a:br>
              <a:rPr lang="en-US" altLang="en-US" sz="2400" dirty="0"/>
            </a:br>
            <a:r>
              <a:rPr lang="en-US" altLang="en-US" sz="2400" dirty="0"/>
              <a:t>In logistic regression, a threshold (commonly set at 0.5) is applied to assign class labels: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If the sigmoid output is greater than or equal to the threshold, the input is classified as </a:t>
            </a:r>
            <a:r>
              <a:rPr lang="en-US" altLang="en-US" sz="2400" b="1" dirty="0"/>
              <a:t>Class 1</a:t>
            </a:r>
            <a:r>
              <a:rPr lang="en-US" altLang="en-US" sz="2400" dirty="0"/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If it is below the threshold, the input is classified as </a:t>
            </a:r>
            <a:r>
              <a:rPr lang="en-US" altLang="en-US" sz="2400" b="1" dirty="0"/>
              <a:t>Class 0</a:t>
            </a:r>
            <a:r>
              <a:rPr lang="en-US" altLang="en-US" sz="2400" dirty="0"/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/>
              <a:t>This mechanism allows continuous outputs to be converted into meaningful categorical predictions.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5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23122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9097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9454" y="0"/>
            <a:ext cx="6068292" cy="6864562"/>
          </a:xfrm>
        </p:spPr>
      </p:pic>
      <p:pic>
        <p:nvPicPr>
          <p:cNvPr id="6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3433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+mn-lt"/>
              </a:rPr>
              <a:t>Example of 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952500" y="1440874"/>
                <a:ext cx="10401299" cy="52647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We want to predict whether a student passes an exam (1 = Pass, 0 = Fail) based on hours studied.</a:t>
                </a:r>
              </a:p>
              <a:p>
                <a:pPr marL="0" indent="0">
                  <a:buNone/>
                </a:pPr>
                <a:r>
                  <a:rPr lang="en-US" sz="2400" b="1" dirty="0"/>
                  <a:t>Data (small dataset):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We use the </a:t>
                </a:r>
                <a:r>
                  <a:rPr lang="en-US" sz="2400" b="1" dirty="0"/>
                  <a:t>sigmoid function</a:t>
                </a:r>
                <a:r>
                  <a:rPr lang="en-US" sz="2400" dirty="0"/>
                  <a:t>:</a:t>
                </a:r>
              </a:p>
              <a:p>
                <a:pPr marL="0" indent="0">
                  <a:buNone/>
                </a:pPr>
                <a:r>
                  <a:rPr lang="cy-GB" sz="2400" dirty="0"/>
                  <a:t>ŷ</a:t>
                </a:r>
                <a:r>
                  <a:rPr lang="en-US" sz="2400" dirty="0"/>
                  <a:t> = </a:t>
                </a:r>
                <a:r>
                  <a:rPr lang="el-GR" sz="2400" dirty="0"/>
                  <a:t>σ(</a:t>
                </a:r>
                <a:r>
                  <a:rPr lang="en-US" sz="2400" dirty="0"/>
                  <a:t>z)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1+ 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Where, </a:t>
                </a:r>
                <a:r>
                  <a:rPr lang="cy-GB" sz="2400" dirty="0"/>
                  <a:t>ŷ</a:t>
                </a:r>
                <a:r>
                  <a:rPr lang="en-US" sz="2400" dirty="0"/>
                  <a:t> = predicted probability of passing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​ = parameters learned from data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52500" y="1440874"/>
                <a:ext cx="10401299" cy="5264726"/>
              </a:xfrm>
              <a:blipFill>
                <a:blip r:embed="rId2"/>
                <a:stretch>
                  <a:fillRect l="-879" t="-1620" r="-8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6949817"/>
              </p:ext>
            </p:extLst>
          </p:nvPr>
        </p:nvGraphicFramePr>
        <p:xfrm>
          <a:off x="5809382" y="2331720"/>
          <a:ext cx="4263738" cy="2194560"/>
        </p:xfrm>
        <a:graphic>
          <a:graphicData uri="http://schemas.openxmlformats.org/drawingml/2006/table">
            <a:tbl>
              <a:tblPr/>
              <a:tblGrid>
                <a:gridCol w="2131869">
                  <a:extLst>
                    <a:ext uri="{9D8B030D-6E8A-4147-A177-3AD203B41FA5}">
                      <a16:colId xmlns:a16="http://schemas.microsoft.com/office/drawing/2014/main" val="4042847290"/>
                    </a:ext>
                  </a:extLst>
                </a:gridCol>
                <a:gridCol w="2131869">
                  <a:extLst>
                    <a:ext uri="{9D8B030D-6E8A-4147-A177-3AD203B41FA5}">
                      <a16:colId xmlns:a16="http://schemas.microsoft.com/office/drawing/2014/main" val="24035812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Hours studied (x)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Pass/Fail (y)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8944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1065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1295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2808668"/>
                  </a:ext>
                </a:extLst>
              </a:tr>
              <a:tr h="326692"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923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362870"/>
                  </a:ext>
                </a:extLst>
              </a:tr>
            </a:tbl>
          </a:graphicData>
        </a:graphic>
      </p:graphicFrame>
      <p:pic>
        <p:nvPicPr>
          <p:cNvPr id="7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3316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89709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C00000"/>
                </a:solidFill>
                <a:latin typeface="+mn-lt"/>
              </a:rPr>
              <a:t>Example of Logistic Regression</a:t>
            </a:r>
            <a:endParaRPr lang="en-US" sz="40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28872" y="795114"/>
                <a:ext cx="9296400" cy="5971309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400" b="1" dirty="0"/>
                  <a:t>Step 1 </a:t>
                </a:r>
                <a:r>
                  <a:rPr lang="en-US" sz="2400" dirty="0"/>
                  <a:t>— Assume fitted parameters</a:t>
                </a:r>
              </a:p>
              <a:p>
                <a:pPr marL="0" indent="0">
                  <a:buNone/>
                </a:pPr>
                <a:r>
                  <a:rPr lang="en-US" sz="2400" dirty="0"/>
                  <a:t>For simplicity, suppose after training we get:</a:t>
                </a:r>
              </a:p>
              <a:p>
                <a:pPr marL="0" indent="0">
                  <a:buNone/>
                </a:pPr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= −4,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= 1</a:t>
                </a:r>
              </a:p>
              <a:p>
                <a:pPr marL="0" indent="0">
                  <a:buNone/>
                </a:pPr>
                <a:r>
                  <a:rPr lang="en-US" sz="2400" dirty="0"/>
                  <a:t>So,	z = - 4 + 1.x</a:t>
                </a:r>
              </a:p>
              <a:p>
                <a:pPr marL="0" indent="0">
                  <a:buNone/>
                </a:pPr>
                <a:r>
                  <a:rPr lang="en-US" sz="2400" dirty="0"/>
                  <a:t>	</a:t>
                </a:r>
                <a:r>
                  <a:rPr lang="cy-GB" sz="2400" dirty="0"/>
                  <a:t>ŷ</a:t>
                </a:r>
                <a:r>
                  <a:rPr lang="en-US" sz="2400" dirty="0"/>
                  <a:t> = </a:t>
                </a:r>
                <a:r>
                  <a:rPr lang="el-GR" sz="2400" dirty="0"/>
                  <a:t>σ(</a:t>
                </a:r>
                <a:r>
                  <a:rPr lang="en-US" sz="2400" dirty="0"/>
                  <a:t>z)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1+ 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(−4+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b="1" dirty="0"/>
                  <a:t>Step 2 </a:t>
                </a:r>
                <a:r>
                  <a:rPr lang="en-US" sz="2400" dirty="0"/>
                  <a:t>— Predictions</a:t>
                </a:r>
              </a:p>
              <a:p>
                <a:pPr marL="0" indent="0">
                  <a:buNone/>
                </a:pPr>
                <a:r>
                  <a:rPr lang="en-US" sz="2400" dirty="0"/>
                  <a:t>For each student:</a:t>
                </a:r>
              </a:p>
              <a:p>
                <a:pPr marL="0" indent="0">
                  <a:buNone/>
                </a:pPr>
                <a:r>
                  <a:rPr lang="en-US" sz="2400" dirty="0"/>
                  <a:t>x=1: z=−3, </a:t>
                </a:r>
                <a:r>
                  <a:rPr lang="cy-GB" sz="2400" dirty="0"/>
                  <a:t>ŷ</a:t>
                </a:r>
                <a:r>
                  <a:rPr lang="en-US" sz="2400" dirty="0"/>
                  <a:t>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1+ 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≈ 0.047 → predicts Fail</a:t>
                </a:r>
              </a:p>
              <a:p>
                <a:pPr marL="0" indent="0">
                  <a:buNone/>
                </a:pPr>
                <a:r>
                  <a:rPr lang="en-US" sz="2400" dirty="0"/>
                  <a:t>Similarly, x= 2: z = -2, </a:t>
                </a:r>
                <a:r>
                  <a:rPr lang="cy-GB" sz="2400" dirty="0"/>
                  <a:t>ŷ</a:t>
                </a:r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1+ 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≈ 0.119 → predicts Fail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2400" dirty="0"/>
                  <a:t>	x=3: z = −1, </a:t>
                </a:r>
                <a:r>
                  <a:rPr lang="cy-GB" sz="2400" dirty="0"/>
                  <a:t>ŷ </a:t>
                </a:r>
                <a:r>
                  <a:rPr lang="en-US" altLang="en-US" sz="2400" dirty="0"/>
                  <a:t>≈ 0.269 → predicts Fail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2400" dirty="0"/>
                  <a:t>	x=4: z=0, </a:t>
                </a:r>
                <a:r>
                  <a:rPr lang="cy-GB" sz="2400" dirty="0"/>
                  <a:t>ŷ </a:t>
                </a:r>
                <a:r>
                  <a:rPr lang="en-US" altLang="en-US" sz="2400" dirty="0"/>
                  <a:t>=0.5→ threshold 0.5 → Pass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2400" dirty="0"/>
                  <a:t>	x=5: z=1, </a:t>
                </a:r>
                <a:r>
                  <a:rPr lang="cy-GB" sz="2400" dirty="0"/>
                  <a:t>ŷ </a:t>
                </a:r>
                <a:r>
                  <a:rPr lang="en-US" altLang="en-US" sz="2400" dirty="0"/>
                  <a:t>≈ 0.731 → predicts Pass</a:t>
                </a:r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28872" y="795114"/>
                <a:ext cx="9296400" cy="5971309"/>
              </a:xfrm>
              <a:blipFill>
                <a:blip r:embed="rId2"/>
                <a:stretch>
                  <a:fillRect l="-984" t="-1429" b="-33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0698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C00000"/>
                </a:solidFill>
                <a:latin typeface="+mn-lt"/>
              </a:rPr>
              <a:t>Example of Logistic Regression</a:t>
            </a:r>
            <a:endParaRPr lang="en-US" sz="40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Step 3 </a:t>
            </a:r>
            <a:r>
              <a:rPr lang="en-US" sz="2400" dirty="0"/>
              <a:t>— Decision boundary</a:t>
            </a:r>
          </a:p>
          <a:p>
            <a:r>
              <a:rPr lang="en-US" sz="2400" dirty="0"/>
              <a:t>If we use </a:t>
            </a:r>
            <a:r>
              <a:rPr lang="en-US" sz="2400" b="1" dirty="0"/>
              <a:t>0.5 as the threshold</a:t>
            </a:r>
            <a:r>
              <a:rPr lang="en-US" sz="2400" dirty="0"/>
              <a:t>, the decision rule is:</a:t>
            </a:r>
          </a:p>
          <a:p>
            <a:pPr marL="0" indent="0">
              <a:buNone/>
            </a:pPr>
            <a:r>
              <a:rPr lang="cy-GB" sz="2400" dirty="0"/>
              <a:t>	ŷ </a:t>
            </a:r>
            <a:r>
              <a:rPr lang="en-US" sz="2400" dirty="0"/>
              <a:t>≥ 0.5 ⇒ Pass, </a:t>
            </a:r>
            <a:r>
              <a:rPr lang="cy-GB" sz="2400" dirty="0"/>
              <a:t>ŷ </a:t>
            </a:r>
            <a:r>
              <a:rPr lang="en-US" sz="2400" dirty="0"/>
              <a:t>​&lt;0.5 ⇒ Fail </a:t>
            </a:r>
          </a:p>
          <a:p>
            <a:r>
              <a:rPr lang="en-US" sz="2400" dirty="0"/>
              <a:t>Boundary happens when:</a:t>
            </a:r>
          </a:p>
          <a:p>
            <a:pPr marL="0" indent="0">
              <a:buNone/>
            </a:pPr>
            <a:r>
              <a:rPr lang="en-US" sz="2400" dirty="0"/>
              <a:t>	− 4 + x = 0 ⇒ x = 4 </a:t>
            </a:r>
          </a:p>
          <a:p>
            <a:pPr marL="0" indent="0">
              <a:buNone/>
            </a:pPr>
            <a:r>
              <a:rPr lang="en-US" sz="2400" dirty="0"/>
              <a:t>So </a:t>
            </a:r>
            <a:r>
              <a:rPr lang="en-US" sz="2400" b="1" dirty="0"/>
              <a:t>students who study ≥ 4 hours are predicted to Pass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28" y="67702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2147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5B463-94A5-AA70-1ADF-EB754ACBC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182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+mn-lt"/>
              </a:rPr>
              <a:t>Regularization in logistic regression</a:t>
            </a:r>
            <a:br>
              <a:rPr lang="en-US" sz="3200" b="1" dirty="0">
                <a:solidFill>
                  <a:srgbClr val="C00000"/>
                </a:solidFill>
                <a:latin typeface="+mn-lt"/>
              </a:rPr>
            </a:br>
            <a:endParaRPr lang="en-IN" sz="32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728C0-9042-ED4E-B215-D9884C42A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936582"/>
            <a:ext cx="11049000" cy="524654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Regularization in logistic regression is a technique used to prevent overfitting, especially when the model has many features or limited training data.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It does this by penalizing large coefficients in the model.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In logistic regression, the model predicts the probability that a given input belongs to a particular class:</a:t>
            </a:r>
          </a:p>
          <a:p>
            <a:pPr>
              <a:lnSpc>
                <a:spcPct val="150000"/>
              </a:lnSpc>
            </a:pP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If some feature weights become too large, the model might fit the training data too closely and fail to generalize to new data (overfitting).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Types of regularization are LASSO Regression and Ridge Regression</a:t>
            </a:r>
          </a:p>
          <a:p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218146-A3C0-83F0-6501-DE5B34B1C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8389" y="3177834"/>
            <a:ext cx="3604572" cy="978582"/>
          </a:xfrm>
          <a:prstGeom prst="rect">
            <a:avLst/>
          </a:prstGeom>
        </p:spPr>
      </p:pic>
      <p:pic>
        <p:nvPicPr>
          <p:cNvPr id="6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8612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8871"/>
            <a:ext cx="10515600" cy="75709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+mn-lt"/>
              </a:rPr>
              <a:t>Benefits of Regularization</a:t>
            </a:r>
            <a:endParaRPr lang="en-US" sz="32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836" y="955964"/>
            <a:ext cx="11956473" cy="5902036"/>
          </a:xfrm>
        </p:spPr>
        <p:txBody>
          <a:bodyPr>
            <a:noAutofit/>
          </a:bodyPr>
          <a:lstStyle/>
          <a:p>
            <a:pPr algn="just"/>
            <a:r>
              <a:rPr lang="en-US" sz="2400" b="1" dirty="0"/>
              <a:t>Prevents Overfitting:</a:t>
            </a:r>
            <a:r>
              <a:rPr lang="en-US" sz="2400" dirty="0"/>
              <a:t> Regularization helps models focus on underlying patterns instead of memorizing noise in the training data.</a:t>
            </a:r>
          </a:p>
          <a:p>
            <a:pPr algn="just"/>
            <a:r>
              <a:rPr lang="en-US" sz="2400" b="1" dirty="0"/>
              <a:t>Improves Interpretability:</a:t>
            </a:r>
            <a:r>
              <a:rPr lang="en-US" sz="2400" dirty="0"/>
              <a:t> L</a:t>
            </a:r>
            <a:r>
              <a:rPr lang="en-US" sz="2400" baseline="-25000" dirty="0"/>
              <a:t>1 </a:t>
            </a:r>
            <a:r>
              <a:rPr lang="en-US" sz="2400" dirty="0"/>
              <a:t>(Lasso) regularization simplifies models by reducing less important feature coefficients to zero.</a:t>
            </a:r>
          </a:p>
          <a:p>
            <a:pPr algn="just"/>
            <a:r>
              <a:rPr lang="en-US" sz="2400" b="1" dirty="0"/>
              <a:t>Enhances Performance:</a:t>
            </a:r>
            <a:r>
              <a:rPr lang="en-US" sz="2400" dirty="0"/>
              <a:t> Prevents excessive weighting of outliers or irrelevant features helps in improving overall model accuracy.</a:t>
            </a:r>
          </a:p>
          <a:p>
            <a:pPr algn="just"/>
            <a:r>
              <a:rPr lang="en-US" sz="2400" b="1" dirty="0"/>
              <a:t>Stabilizes Models:</a:t>
            </a:r>
            <a:r>
              <a:rPr lang="en-US" sz="2400" dirty="0"/>
              <a:t> Reduces sensitivity to minor data changes which ensures consistency across different data subsets.</a:t>
            </a:r>
          </a:p>
          <a:p>
            <a:pPr algn="just"/>
            <a:r>
              <a:rPr lang="en-US" sz="2400" b="1" dirty="0"/>
              <a:t>Prevents Complexity:</a:t>
            </a:r>
            <a:r>
              <a:rPr lang="en-US" sz="2400" dirty="0"/>
              <a:t> Keeps model from becoming too complex which is important for limited or noisy data.</a:t>
            </a:r>
          </a:p>
          <a:p>
            <a:pPr algn="just"/>
            <a:r>
              <a:rPr lang="en-US" sz="2400" b="1" dirty="0"/>
              <a:t>Handles </a:t>
            </a:r>
            <a:r>
              <a:rPr lang="en-US" sz="2400" b="1" dirty="0" err="1"/>
              <a:t>Multicollinearity</a:t>
            </a:r>
            <a:r>
              <a:rPr lang="en-US" sz="2400" b="1" dirty="0"/>
              <a:t>:</a:t>
            </a:r>
            <a:r>
              <a:rPr lang="en-US" sz="2400" dirty="0"/>
              <a:t> Reduces the magnitudes of correlated coefficients helps in improving model stability.</a:t>
            </a:r>
          </a:p>
          <a:p>
            <a:pPr algn="just"/>
            <a:r>
              <a:rPr lang="en-US" sz="2400" b="1" dirty="0"/>
              <a:t>Allows Fine-Tuning:</a:t>
            </a:r>
            <a:r>
              <a:rPr lang="en-US" sz="2400" dirty="0"/>
              <a:t> </a:t>
            </a:r>
            <a:r>
              <a:rPr lang="en-US" sz="2400" dirty="0" err="1"/>
              <a:t>Hyperparameters</a:t>
            </a:r>
            <a:r>
              <a:rPr lang="en-US" sz="2400" dirty="0"/>
              <a:t> like alpha and lambda control regularization strength helps in balancing bias and variance.</a:t>
            </a:r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3086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4210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+mn-lt"/>
              </a:rPr>
              <a:t>Lasso Regression</a:t>
            </a:r>
            <a:endParaRPr lang="en-US" sz="3200" dirty="0">
              <a:solidFill>
                <a:srgbClr val="C00000"/>
              </a:solidFill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-1" y="841952"/>
                <a:ext cx="12053455" cy="601604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A regression model which uses the </a:t>
                </a:r>
                <a:r>
                  <a:rPr lang="en-US" sz="2400" b="1" dirty="0"/>
                  <a:t>L1 Regularization </a:t>
                </a:r>
                <a:r>
                  <a:rPr lang="en-US" sz="2400" dirty="0"/>
                  <a:t>technique is called </a:t>
                </a:r>
                <a:r>
                  <a:rPr lang="en-US" sz="2400" b="1" dirty="0"/>
                  <a:t>LASSO (Least Absolute Shrinkage and Selection Operator)</a:t>
                </a:r>
                <a:r>
                  <a:rPr lang="en-US" sz="2400" dirty="0"/>
                  <a:t> regression. </a:t>
                </a:r>
              </a:p>
              <a:p>
                <a:r>
                  <a:rPr lang="en-US" sz="2400" dirty="0"/>
                  <a:t>It adds the </a:t>
                </a:r>
                <a:r>
                  <a:rPr lang="en-US" sz="2400" b="1" dirty="0"/>
                  <a:t>absolute value of magnitude</a:t>
                </a:r>
                <a:r>
                  <a:rPr lang="en-US" sz="2400" dirty="0"/>
                  <a:t> of the coefficient as a penalty term to the loss function(L). </a:t>
                </a:r>
              </a:p>
              <a:p>
                <a:r>
                  <a:rPr lang="en-US" sz="2400" dirty="0"/>
                  <a:t>This penalty can shrink some coefficients to zero which helps in selecting only the important features and ignoring the less important ones.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	Cost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cy-GB" sz="2400" dirty="0"/>
                                  <m:t>ŷ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nary>
                          <m:naryPr>
                            <m:chr m:val="∑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nary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sz="2400" dirty="0"/>
                  <a:t>Where, </a:t>
                </a:r>
                <a:r>
                  <a:rPr lang="en-US" altLang="en-US" sz="2400" dirty="0"/>
                  <a:t>m - Number of Features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en-US" sz="2400" dirty="0"/>
                  <a:t>	n - Number of Examples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400" dirty="0"/>
                  <a:t>- Actual Target Value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cy-GB" sz="2400" dirty="0"/>
                          <m:t>ŷ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sz="2400" dirty="0"/>
                  <a:t>- Predicted Target Value 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en-US" altLang="en-US" sz="2400" b="1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1" y="841952"/>
                <a:ext cx="12053455" cy="6016048"/>
              </a:xfrm>
              <a:blipFill>
                <a:blip r:embed="rId2"/>
                <a:stretch>
                  <a:fillRect l="-759" t="-14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5555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0837"/>
            <a:ext cx="10515600" cy="914399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+mn-lt"/>
              </a:rPr>
              <a:t>Ridge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16526" y="841952"/>
                <a:ext cx="11575473" cy="6016048"/>
              </a:xfrm>
            </p:spPr>
            <p:txBody>
              <a:bodyPr>
                <a:noAutofit/>
              </a:bodyPr>
              <a:lstStyle/>
              <a:p>
                <a:r>
                  <a:rPr lang="en-US" sz="2400" dirty="0"/>
                  <a:t>A regression model that uses the </a:t>
                </a:r>
                <a:r>
                  <a:rPr lang="en-US" sz="2400" b="1" dirty="0"/>
                  <a:t>L2 regularization</a:t>
                </a:r>
                <a:r>
                  <a:rPr lang="en-US" sz="2400" dirty="0"/>
                  <a:t> technique is called </a:t>
                </a:r>
                <a:r>
                  <a:rPr lang="en-US" sz="2400" b="1" dirty="0"/>
                  <a:t>Ridge regression</a:t>
                </a:r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It adds the </a:t>
                </a:r>
                <a:r>
                  <a:rPr lang="en-US" sz="2400" b="1" dirty="0"/>
                  <a:t>squared magnitude</a:t>
                </a:r>
                <a:r>
                  <a:rPr lang="en-US" sz="2400" dirty="0"/>
                  <a:t> of the coefficient as a penalty term to the loss function(L). </a:t>
                </a:r>
              </a:p>
              <a:p>
                <a:r>
                  <a:rPr lang="en-US" sz="2400" dirty="0"/>
                  <a:t>It handles multi-collinearity by shrinking the coefficients of correlated features instead of eliminating them.</a:t>
                </a:r>
              </a:p>
              <a:p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	Cost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cy-GB" sz="2400" dirty="0"/>
                                  <m:t>ŷ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nary>
                          <m:naryPr>
                            <m:chr m:val="∑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e>
                    </m:nary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where,</a:t>
                </a:r>
              </a:p>
              <a:p>
                <a:pPr marL="457200" lvl="1" indent="0">
                  <a:buNone/>
                </a:pPr>
                <a:r>
                  <a:rPr lang="en-US" dirty="0"/>
                  <a:t>n= Number of examples or data points</a:t>
                </a:r>
              </a:p>
              <a:p>
                <a:pPr marL="457200" lvl="1" indent="0">
                  <a:buNone/>
                </a:pPr>
                <a:r>
                  <a:rPr lang="en-US" dirty="0"/>
                  <a:t>m = Number of features </a:t>
                </a:r>
                <a:r>
                  <a:rPr lang="en-US" dirty="0" err="1"/>
                  <a:t>i.e</a:t>
                </a:r>
                <a:r>
                  <a:rPr lang="en-US" dirty="0"/>
                  <a:t> predictor variables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​ = Actual target value for the i example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cy-GB" dirty="0"/>
                          <m:t>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= Predicted target value for the i example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</m:sSubSup>
                  </m:oMath>
                </a14:m>
                <a:r>
                  <a:rPr lang="en-US" dirty="0"/>
                  <a:t>= Coefficients of the features</a:t>
                </a:r>
              </a:p>
              <a:p>
                <a:pPr marL="457200" lvl="1" indent="0">
                  <a:buNone/>
                </a:pPr>
                <a:r>
                  <a:rPr lang="en-US" dirty="0"/>
                  <a:t>λ = Regularization parameter that controls the strength of regularization</a:t>
                </a:r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6526" y="841952"/>
                <a:ext cx="11575473" cy="6016048"/>
              </a:xfrm>
              <a:blipFill>
                <a:blip r:embed="rId2"/>
                <a:stretch>
                  <a:fillRect l="-790" t="-1418" r="-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28" y="8155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25360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475B0-18FE-856A-8964-7B61EFA38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B5F75-2ED6-26DA-EB69-73FA059A9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503C4A-ABE1-EFA8-FF21-E6D3A9943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045" y="2438261"/>
            <a:ext cx="9735909" cy="198147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5E285DF-4384-7DA3-F625-2A0EA7F6CDED}"/>
                  </a:ext>
                </a:extLst>
              </p14:cNvPr>
              <p14:cNvContentPartPr/>
              <p14:nvPr/>
            </p14:nvContentPartPr>
            <p14:xfrm>
              <a:off x="3823920" y="1893960"/>
              <a:ext cx="5838120" cy="27050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5E285DF-4384-7DA3-F625-2A0EA7F6CDE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14560" y="1884600"/>
                <a:ext cx="5856840" cy="272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38478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9860" y="89473"/>
            <a:ext cx="2704052" cy="815095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70560" y="995681"/>
            <a:ext cx="10708640" cy="51066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endParaRPr lang="en-US" sz="20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 marL="0" indent="0" algn="ctr">
              <a:buNone/>
            </a:pPr>
            <a:r>
              <a:rPr lang="en-US" sz="8000" dirty="0">
                <a:solidFill>
                  <a:schemeClr val="tx1"/>
                </a:solidFill>
              </a:rPr>
              <a:t>THANK YOU</a:t>
            </a:r>
            <a:endParaRPr lang="en-US" sz="80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5323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987</TotalTime>
  <Words>1264</Words>
  <Application>Microsoft Office PowerPoint</Application>
  <PresentationFormat>Widescreen</PresentationFormat>
  <Paragraphs>129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Gill Sans MT</vt:lpstr>
      <vt:lpstr>Office Theme</vt:lpstr>
      <vt:lpstr>PowerPoint Presentation</vt:lpstr>
      <vt:lpstr>Logistic regression</vt:lpstr>
      <vt:lpstr>Logistic regression</vt:lpstr>
      <vt:lpstr>Types of Logistic Regression</vt:lpstr>
      <vt:lpstr>Assumptions of Logistic Regression </vt:lpstr>
      <vt:lpstr>Understanding Sigmoid Function</vt:lpstr>
      <vt:lpstr>PowerPoint Presentation</vt:lpstr>
      <vt:lpstr>Example of Logistic Regression</vt:lpstr>
      <vt:lpstr>Example of Logistic Regression</vt:lpstr>
      <vt:lpstr>Example of Logistic Regression</vt:lpstr>
      <vt:lpstr>Regularization in logistic regression </vt:lpstr>
      <vt:lpstr>Benefits of Regularization</vt:lpstr>
      <vt:lpstr>Lasso Regression</vt:lpstr>
      <vt:lpstr>Ridge Regression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Prasuna Kotturu</dc:creator>
  <cp:lastModifiedBy>P Manika Prasuna</cp:lastModifiedBy>
  <cp:revision>48</cp:revision>
  <dcterms:created xsi:type="dcterms:W3CDTF">2025-05-20T06:05:14Z</dcterms:created>
  <dcterms:modified xsi:type="dcterms:W3CDTF">2025-09-09T08:14:35Z</dcterms:modified>
</cp:coreProperties>
</file>