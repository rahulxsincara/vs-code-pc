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1"/>
  </p:notesMasterIdLst>
  <p:sldIdLst>
    <p:sldId id="256" r:id="rId2"/>
    <p:sldId id="258" r:id="rId3"/>
    <p:sldId id="280" r:id="rId4"/>
    <p:sldId id="287" r:id="rId5"/>
    <p:sldId id="281" r:id="rId6"/>
    <p:sldId id="283" r:id="rId7"/>
    <p:sldId id="324" r:id="rId8"/>
    <p:sldId id="323" r:id="rId9"/>
    <p:sldId id="289" r:id="rId10"/>
    <p:sldId id="290" r:id="rId11"/>
    <p:sldId id="291" r:id="rId12"/>
    <p:sldId id="292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20" r:id="rId22"/>
    <p:sldId id="321" r:id="rId23"/>
    <p:sldId id="322" r:id="rId24"/>
    <p:sldId id="317" r:id="rId25"/>
    <p:sldId id="319" r:id="rId26"/>
    <p:sldId id="293" r:id="rId27"/>
    <p:sldId id="294" r:id="rId28"/>
    <p:sldId id="296" r:id="rId29"/>
    <p:sldId id="297" r:id="rId30"/>
    <p:sldId id="298" r:id="rId31"/>
    <p:sldId id="299" r:id="rId32"/>
    <p:sldId id="300" r:id="rId33"/>
    <p:sldId id="301" r:id="rId34"/>
    <p:sldId id="303" r:id="rId35"/>
    <p:sldId id="304" r:id="rId36"/>
    <p:sldId id="305" r:id="rId37"/>
    <p:sldId id="306" r:id="rId38"/>
    <p:sldId id="307" r:id="rId39"/>
    <p:sldId id="308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28" autoAdjust="0"/>
  </p:normalViewPr>
  <p:slideViewPr>
    <p:cSldViewPr snapToGrid="0">
      <p:cViewPr varScale="1">
        <p:scale>
          <a:sx n="67" d="100"/>
          <a:sy n="67" d="100"/>
        </p:scale>
        <p:origin x="6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82" units="cm"/>
          <inkml:channel name="Y" type="integer" max="1886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6628" units="1/cm"/>
          <inkml:channelProperty channel="Y" name="resolution" value="1000.212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9T07:38:13.5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6388 1729 1498 0,'9'9'39'0,"-5"-2"-23"0,5 5-13 0,4 8-3 0,1 9-1 0,1 2 1 0,-5 5 0 0,-3 3 0 0,-3 2 0 0,1 1 1 0,0 0-1 0,1-2 1 0,0 0-1 15,0 0 0-15,1 3 1 0,1 6 0 16,0 10 1-16,1 12-1 0,0 9 1 0,1-2-1 16,2-2 0-16,1-6-1 0,0 1 1 15,-1 11-1-15,1 14 0 16,-2 6 1-16,-1-1-1 0,0-1 1 0,-4-2-1 15,-1 12 1-15,1 9-1 0,0-4 1 16,3 1 0-16,-1 2-1 0,1 4 1 16,0 1 0-16,2 5 3 0,0-1 3 15,0 4 1-15,0 4 3 0,-3 0-4 16,0-2-1-16,-2 1-3 0,-1 0-1 0,2 0 1 16,1 2 0-16,0-4 1 0,-2 3 0 15,2 1 0-15,0 0-1 0,-3 2-2 16,-1 3 1-16,-1-2-1 0,2 7 0 15,3-6 1-15,1 3-1 0,0 1-1 16,-1 2 1-16,-3-5-1 0,1 4 0 16,-3 3 1-16,-1 2-1 0,-2-3 0 0,0 3 1 15,0 6-1-15,-2-7 0 0,1 4 0 16,0-5 1-16,-3 2-1 0,1-6 1 16,-1-1-1-16,0-1 1 0,1-3-1 15,-2-5 0-15,0-2 0 0,-2-6 1 16,0-1-1-16,3 0 0 0,0-5 1 15,2-3-1-15,1-10 1 0,-2 5 0 16,-2 0 0-16,-1-2 5 0,-3-7 6 0,0-9 1 16,-3 6 2-16,3 3-3 0,-2-4-4 15,-1-6 1-15,-2-11-1 0,1-5-1 16,-1 5 1-16,2 4 0 0,0-5 0 16,-1-5 0-16,2-10-1 0,3-8-2 15,-1-2-1-15,0-1 0 0,0 4-2 16,-3 5 0-16,0 2 0 0,-2-7 1 15,0-3 3-15,0-9 2 0,3-6 1 0,1-5 0 16,2-5-2-16,1-2-3 0,-1-3 1 16,2-3-1-16,-2-3-2 0,2-8 0 15,1-2-2-15,1-3 1 0,0-4-10 16,-1-2-18-16,1-2-17 0,0-5-22 16,2-2-11-16,-1-3-7 0,-4-7-11 15,-5-5-250-15,-4-3 229 0</inkml:trace>
  <inkml:trace contextRef="#ctx0" brushRef="#br0" timeOffset="750.44">4304 11651 1627 0,'-5'-17'47'0,"2"1"-24"0,5 3-8 0,3 6-13 0,-4 0-1 0,-1 1 0 0,9 0 0 0,8-1 1 0,4 2-1 0,4 1 0 0,-2 1-1 0,2-1 1 16,10 1 0-16,4 1-1 0,-2-1 0 0,4-1 0 16,-2 1 0-16,3-2 0 0,-2 2 1 15,9 0-1-15,10 0 1 0,4 2-1 16,17 1 0-16,7 1 1 0,-1 0 0 15,7 1-1-15,7 0 1 0,5 0-1 16,9 0 0-16,2 1-1 0,7-3 0 16,6 0 0-16,6 0-1 0,8 0 2 0,2 0-1 15,9-2 0-15,-2 1 1 0,10-1 0 16,11 0 0-16,-5 0 0 0,12 0 0 16,8 1 3-16,-8 1 5 0,19 0 4 15,3 3 5-15,0-1-1 0,10 0-3 16,-5 1-3-16,8 1-5 0,0 0-3 15,0 1 1-15,11-2 0 0,-5-1 4 16,9 2 3-16,-3-3-1 0,2 2 0 16,1 3-5-16,-4-2-2 0,10 3 0 0,-9 0 0 15,9 0 2-15,7-1 9 0,-2 1 5 16,0 0 2-16,2-2 0 0,-5 4-7 16,6-1-3-16,-6 1-47 0,2-1 46 15,0 0 0-15,-8-1-1 0,12 2 46 16,-15 0-48-16,5-3-1 0,-4-1 1 15,-2-4 3-15,-4-1 1 0,-4 1 4 16,7 3 2-16,-12-1-1 0,6 1-3 0,-12-4-3 16,-13 4-3-16,2-1 3 0,-14-3 3 15,-10 4-1-15,-2-2 1 0,-17-2-2 16,-10 3-5-16,-9-3-1 0,-14-1-2 16,-12-1-1-16,-9-2 0 0,-11-3 3 15,-20-4-18-15,-20 1-44 0,-17-4-61 16,-18-8-65-16,-19-9 89 0</inkml:trace>
  <inkml:trace contextRef="#ctx0" brushRef="#br0" timeOffset="2267.07">8131 9673 1376 0,'15'-2'36'0,"-27"2"-20"0,3-1-4 0,2 0 7 0,3-2 5 15,-3 1 4-15,0 0-7 0,-2 1-6 16,1 1-5-16,2 3-4 0,-1 1-3 0,1 5-2 16,2 5-1-16,1 7 0 0,3 10 0 15,2 12-1-15,3 11 1 0,8 16 0 16,5 12 0-16,8 2 0 0,5 0 0 15,4-12-1-15,-1-10 0 0,2-8 0 16,0-5 0-16,0-7 0 0,-2-5 0 16,-2-8 0-16,2-6 0 0,-1-7 1 15,13-7-1-15,-8-5 1 0,4-9 3 16,2-7 7-16,-6-5 6 0,5-4 5 0,-6-8 4 16,-7 1 1-16,-4-5 4 0,-3-3 3 15,-3-1 3-15,-5 0 2 0,-3-2-4 16,-7-4-3-16,-4-5-5 0,-3-7-7 15,-6-3-5-15,-4-4-4 0,-8 1-5 16,-4 2-3-16,-6 0-2 0,-6 6-2 16,-7 2 1-16,-3 1 1 0,-3-1 0 15,-3-1 2-15,5 5 0 0,1 8-2 0,5 5 1 16,3 9-1-16,-1 2 0 0,1 9 0 16,1 8-1-16,4 7-2 0,2 9-3 15,2 10-12-15,3 15-12 0,4 13-13 16,3 9-17-16,6 2-8 0,6-1-22 15,3-3 505-15,6-3-319 0</inkml:trace>
  <inkml:trace contextRef="#ctx0" brushRef="#br0" timeOffset="2748.29">9270 8250 1486 0,'-23'9'27'0,"5"8"-32"0,-3 8-6 0,5 3 2 0,4 6 4 0,1 2 4 0,0-5 1 0,-1 3 0 0,2 0 0 0,-1-3 0 0,3 7 0 0,3 0 1 0,2 6 0 0,1 6 0 0,2 7 1 16,3 12 0-16,4 11 0 16,4-1-1-16,5-3 0 0,5-13-1 0,7-17 0 15,4-13 0-15,-1-12 3 0,-2-7 3 16,-2-7 1-16,1-5-1 0,-2-3 0 16,2-5 3-16,-2-4 4 0,-7-4 3 15,-4-6 2-15,-3-3 0 0,4-5 1 16,4-6 8-16,3-7 5 0,-2-11 8 15,-11 0 7-15,-7-6 1 0,-5 2-4 0,-7 0-3 16,-14-2-10-16,0 1-8 0,1-2-6 16,1-1-8-16,3-1-3 0,-3 2-4 15,-11 6-2-15,-1 8 0 0,-3 12 0 16,-2 12-8-16,-4 12-14 0,-2 9-14 16,6 12-23-16,2 10-13 0,4 10-13 15,5 11-12-15,1 5 431 0,1 5-261 0</inkml:trace>
  <inkml:trace contextRef="#ctx0" brushRef="#br0" timeOffset="3215.13">9962 9850 1630 0,'-11'3'30'0,"-1"4"-37"0,-1 4-1 0,-1 4 1 0,-3 2 5 15,-4 7 1-15,-1 7 1 0,-4 6 1 0,-2 5-1 0,-6 0 0 0,0 1 3 0,-1 1 0 0,6 2 1 0,8 9 0 16,9 2-1-16,6 6-2 0,4 7 1 15,4 1-2-15,4-2 0 0,4-7 1 16,7-14-1-16,4-11-1 0,7-9 1 16,5-9-2-16,1-4 2 0,-3-6-1 15,0-6-1-15,0-3-1 0,-2-5 2 0,1-4-1 16,-3-7 2-16,-8-5 1 0,1-5 6 16,1-11 7-16,-1-10 9 0,3-3 8 15,-6-9 3-15,-4-3 6 0,-6-4-2 16,-3-4 1-16,-3 0 1 0,-2-8-5 15,-3-4-7-15,-2-4-9 0,-6-1-9 0,-1 6-7 16,-1 12-2-16,-1 14-1 0,-1 12-3 16,5 14-8-16,1 11-11 0,-1 8-15 15,-1 9-22-15,-5 7-13 0,-5 5-11 16,-3 4-18-16,1 6 414 0,1-2-248 16</inkml:trace>
  <inkml:trace contextRef="#ctx0" brushRef="#br0" timeOffset="3650.84">11000 8416 1444 0,'-27'0'92'0,"11"-9"141"0,2 8-287 0,2 4 16 0,3 7 7 0,-1 3 18 0,-1 2 5 0,0 4 2 0,0 6 3 0,-4 4 1 16,-3 7 2-16,-1 3 0 0,-2 5 0 0,3 5 0 0,6 8 1 0,10 7 0 16,8 7 0-16,8 0-1 0,7-5 0 15,2-9-1-15,3-15-1 0,-1-11 0 0,4-9 0 16,0-10 2-16,2-4 0 0,2-6 2 15,-8-3-1-15,0-6 0 0,-2-4 2 16,-2-5 1-16,4-3 0 0,-4-4 2 16,-2-9 2-16,-2-6 4 0,-6-2 8 15,-5-8 9-15,-6-4 5 0,-6-1 4 16,-8-4 1-16,-5 0-2 0,-3 3-3 16,-6-2-6-16,5-3-8 0,-2-3-7 0,-5 2-8 15,-1 3-5-15,-6 11 0 0,-3 13-8 16,-1 11-25-16,-8 10-24 0,-6 6-22 15,0 5-22-15,-4 1-11 0,5 2 62 16</inkml:trace>
  <inkml:trace contextRef="#ctx0" brushRef="#br0" timeOffset="4082.15">10007 7249 1908 0,'-16'-18'10'0,"13"19"-65"0,-1 13-11 16,2 10 7-16,0 11 23 0,-2 10 18 15,-1 2 11-15,-4 1 5 0,-2 0 1 0,-3-3 1 16,1 3 0-16,1-4 1 0,3 2 0 15,6 0 1-15,5-3 2 0,6-3 2 16,6-4 1-16,3-6-1 0,2-8-3 16,0-11-1-16,4-5 0 0,5-8 0 0,-1-3 0 15,8-1 0-15,-8-5-1 0,0-7 1 16,3-6-1-16,-2-6 1 0,4-1 0 16,-5-2 0-16,-5 0-1 0,-5 0 3 15,-8 0 8-15,-6-1 6 0,-5-1 8 16,-8-3 5-16,-8-4-5 0,-8-5-1 15,-8-4-6-15,3 2-6 0,-3 5-2 16,2 9-6-16,-1 10-4 0,-6 8-1 16,5 7 0-16,-4 7 0 0,1 3-21 0,-3 3-25 15,-5 1-25-15,-3-1-33 0,-1-1-18 16,2-4 67-16</inkml:trace>
  <inkml:trace contextRef="#ctx0" brushRef="#br0" timeOffset="4532">8989 6256 1353 0,'-35'30'47'0,"9"-7"8"0,5 9-55 0,8 2-4 0,3 4 2 0,-1-1 2 16,2 1 0-16,0 1 0 0,0 7 0 0,2 6 4 0,0 6 12 0,2 5 10 0,5-6 7 0,6-4 7 0,2-10 0 0,1-11-5 16,2-6 0-16,3-7-10 15,1-6-11-15,5-2-3 0,4-7-5 16,2-1-3-16,0-3 1 0,2-4-1 15,3-3-1-15,-4-4 0 0,-2-2 0 0,-1-5-2 16,-6-7 2-16,5-5 0 0,-2-6-1 16,-3-2 1-16,-4-7 0 0,-7-2 0 15,-4-3 1-15,-6 1-1 0,-9 1 2 16,-5 3 4-16,-4 2 5 0,-3-3 2 16,5-1-1-16,-4-1-2 0,-3 0-6 0,-1 11-3 15,-3 11-2-15,2 11-1 0,3 13-4 16,-4 6-16-16,1 12-13 0,2 7-17 15,0 11-19-15,5 7-15 0,5 0 511 16,6 3-331-16</inkml:trace>
  <inkml:trace contextRef="#ctx0" brushRef="#br0" timeOffset="4980.76">11161 6388 1614 0,'25'-26'133'0,"-18"-20"230"16,-2 32-428-16,-2 13 13 0,-1 1-6 16,-3 4 7-16,-5 5 3 0,-6 8 5 0,-10 3 14 15,-7 5 15-15,-2 0 10 0,1 2 3 16,-4 1 1-16,-1 2 2 0,-2 4 0 15,0 3 2-15,7 6-1 0,7 6-1 16,9 9-2-16,6 3 1 0,6-4-1 16,4-7 0-16,6-10 0 0,2-14 0 15,6-4-1-15,3-10 1 0,4-7-1 0,7-3 0 16,3-4 1-16,-6-6 0 0,3-6 0 16,2-5 1-16,0-5 0 0,10-7 1 15,-10-5 0-15,1-4 10 0,-5-4 10 16,1-3 14-16,2-1 11 0,-2-2 1 15,-7 2 0-15,-10 1-5 0,-4 0-6 16,-8-5-4-16,-9-5-7 0,-8-2-7 16,-10-4-7-16,-6 4-6 0,-1 9-4 15,4 6-1-15,-6 13 0 0,-2 7-4 0,-4 10-9 16,-8 8-26-16,-4 5-46 0,-4 3-38 16,-12 3-40-16,-1-1 79 0</inkml:trace>
  <inkml:trace contextRef="#ctx0" brushRef="#br0" timeOffset="5736.68">8585 2310 976 0,'0'2'40'0</inkml:trace>
  <inkml:trace contextRef="#ctx0" brushRef="#br0" timeOffset="6399.93">8620 2424 953 0,'-2'33'318'15,"3"-33"-305"-15,0 2-2 0,1 3 9 16,1 2-7-16,3 1-5 0,0 1-4 16,0 0-1-16,1-5-1 0,3 2-1 0,0 1 0 15,3-3 1-15,-2 5 2 0,-1 0 4 16,-1 0 6-16,0 1 3 0,0-1 3 16,-1 1 2-16,1-1 1 0,-1-1 0 15,-2 0 0-15,1 0-1 0,3 0-2 16,1 1 0-16,7 1-4 0,0-1-2 15,2 2-3-15,1 1-3 0,1 2-3 16,-1 0 1-16,4 2-3 0,2 3 0 0,-1 3 1 16,4 3-2-16,4 3 1 0,-5 2 1 15,7 2 0-15,4 5 1 0,4 6 0 16,8 6-3-16,2 3-1 0,-7-3 0 16,-4 3-1-16,-3-4 0 0,7 6 0 15,4 4 1-15,8 6 0 0,15 12 0 16,-1 9-1-16,3 0 0 0,-1-1 1 15,-5-3-1-15,3-5 0 0,0 11 0 0,14 11 0 16,7 2 1-16,0 2-1 0,1-1 0 16,-4 4 1-16,9 14-1 0,6 1 0 15,3 5 0-15,-3 2 1 0,-10 5-1 16,7 5 1-16,4 4-1 0,-2 8 0 16,7-2 0-16,-15 3 0 0,8 7 0 15,8 7 0-15,-10-3 3 0,17 8 1 16,-8 13 3-16,6-12 6 0,9 11 0 15,-9 11-1-15,1-12-1 0,-1 8-7 0,5 6-1 16,-4-10-1-16,2 9-1 0,-2 1 0 16,1-6 1-16,2 10-1 0,4-3 3 15,-4-3 3-15,4 11 3 0,2-12 2 16,-5 4 2-16,0 5 1 0,6-9-1 16,0 5 5-16,-1 3 0 0,-1-11-1 0,-6 6-1 15,-1-3-4-15,-1-8-4 0,0 8-1 16,-7-9-2-16,3-2-2 0,-2 6 5 15,3-5 7-15,-5-5 7 0,-1 2 5 16,3-7 0-16,-7-7-2 0,-1-1 0 16,-13-5 0-16,-2-10-1 0,5-5-3 15,-2-4-2-15,2-5 3 0,-8-5 2 16,-12-3 1-16,-3-9 0 0,7-9-3 0,-1-4-5 16,0-7-5-16,-6-9-5 15,-15-13-5-15,-12-11-2 0,-3-7 1 0,-5-6 1 16,-9-9-17-16,-4-10-29 0,-8-10-49 15,-8-14-85-15,-2-19-18 0,-9-20 88 16</inkml:trace>
  <inkml:trace contextRef="#ctx0" brushRef="#br0" timeOffset="7716.2">14899 944 1385 0,'1'9'33'0,"-2"-3"-25"0,-2 3-6 0,-3-2 4 0,-2-1 8 0,-3 1 5 0,0-3 7 0,1 2 1 0,0 1-5 0,-1 2-3 0,2 3-4 0,0 2-4 0,-3 1-2 0,-6 5-2 16,0 6-2-16,1 8-3 0,4 12-1 0,5 6 0 15,1 10-1-15,1 6 1 16,1 0-1-16,1-5 0 0,3-8 1 0,1-15-1 15,4-10 1-15,3-10 0 0,2-4 0 16,4-3 0-16,7-7 0 0,2-2 1 16,1-4 2-16,-1-6 5 0,-2-4 2 15,2-4 2-15,1-4 1 0,-2 1 2 16,-2-8-1-16,-2-1 3 0,-1-4-1 16,-4-4-2-16,-3 0-1 0,-6-4 0 0,-3 1 3 15,-2-1 1-15,-6 1-2 16,-4 0-3-16,-4 1-3 0,-2 2-6 0,-1 6-1 15,-2 1 0-15,-2 3-3 0,2 5 0 16,3 4 1-16,1 5-2 0,-5 6-1 16,0 5-1-16,0 8-1 0,0 7 0 15,5 10 1-15,-1 7 1 0,-4 7 1 16,0 6 1-16,1 4-1 0,3-1 0 16,5-2 0-16,7-7 0 0,5-6-1 0,3-10-1 15,7-7-2-15,4-11-1 0,7-6 0 16,3-6 0-16,2-9 2 0,-2-6 1 15,3-5 1-15,4-4 1 0,-1-4 2 16,-1 2 0-16,-2-1 0 0,-2 4 0 16,-3 3 0-16,-1 1 1 0,-5 3 1 15,-5 1 0-15,-2 4 1 0,-4-1-1 16,-2 4-3-16,-2 4-1 0,-5 1 0 16,-3 5-1-16,0-2 2 0,-3 3 0 0,-6 1 0 15,-2 0 0-15,-2 1 1 0,0 1-1 16,-1 0 1-16,-2 0 0 0,-1-1-1 15,0 0 1-15,4-3-1 0,3 2 0 16,-3-2 0-16,-5 1-1 0,-2 0-4 16,-4 1 0-16,1 1-1 0,-4 0 1 0,0 1 2 15,1 1 1-15,2 1 1 0,9 0 0 16,8 4 0-16,8-1 0 0,4 2-1 16,-1 2 1-16,0 4-2 0,2 4 1 15,2 5 0-15,4 6 0 0,0 6 1 16,0 6 1-16,5 5-1 0,8 3 1 0,11-2-1 15,8-2 1-15,3-8-2 16,0-8 2-16,0-4 0 0,-2-7 1 0,0-2 1 16,-4-4-1-16,8-4 1 15,-4 0 1-15,1-6 0 0,3 0 1 0,-5-1 1 16,5-2 1-16,1-2 2 0,1-1 5 16,-4-3 3-16,-6-2 1 0,-7-3 1 15,-8-1 1-15,-4-3 7 0,-3-2 5 16,-5-3 3-16,-6-3-4 0,-6-2-11 15,-6-1-7-15,-5 1-5 0,-5 5-4 16,-7 7-2-16,-7 8-1 0,-8 11-2 0,-5 10 0 16,-2 14-2-16,-4 10-14 0,1 12-23 15,3 1-26-15,-4 4-21 0,5 1-12 16,0 3-7-16,0 0 5 0,11 7 53 16</inkml:trace>
  <inkml:trace contextRef="#ctx0" brushRef="#br0" timeOffset="8348.12">14425 3292 2099 0,'-21'-10'-36'0,"9"-2"-125"0,8 4 48 0,12 3 41 0,7-1 40 0,8 3 22 0,7 1 7 0,-1 4 2 0,0 3 0 0,-4 4 2 0,-6 6 4 0,0 2 3 16,2 10 2-16,2 7 4 0,2 8 2 0,0 6-1 16,-1 6-1-16,0 1-6 0,5-5-4 15,1-5-2-15,-2-9 0 0,-5-9 0 16,0-8-1-16,-4-6 1 0,-1-9 1 0,-4-4-1 15,-6-1 0-15,0-5-1 0,-1-3-1 16,-3-2-1-16,-1-5-2 0,-3-7 0 16,-4-9-1-16,-3-5 3 0,-2-4 0 15,0-3 1-15,-5 1 0 0,-3 3 5 16,-2-1 5-16,-2 1 6 0,4 3 8 16,-4 6-1-16,-2 8-4 0,2 10-7 15,1 10-8-15,3 7-2 0,1 13-3 0,0 13-2 16,-6 16 0-16,-2 20 2 0,-2 14 0 15,0 3 1-15,4 0 0 0,5-12 0 16,4-14 0-16,4-9 0 0,2-10 0 16,5-6 1-16,2-9-1 0,3-6 2 15,1-7-2-15,1-5 0 0,0-7 0 16,-1-3 2-16,1-7 2 0,-3-6 2 0,0-7-2 16,1-5 1-16,-2-5-1 0,1-4-1 15,-1-4 1-15,1-6-2 0,3-11 0 16,-1 1-1-16,4 4-1 0,3 13 0 15,3 15 0-15,4 14-3 0,1 10-1 16,-1 12-3-16,0 6 1 0,0 9 1 16,-3 5 3-16,3 0-3 0,7-4-14 15,0-4-13-15,2-5-19 0,5-6-11 0,-3-2-7 16,8-10-11-16,9-9-13 0,5-12 49 16</inkml:trace>
  <inkml:trace contextRef="#ctx0" brushRef="#br0" timeOffset="8849.82">16029 2519 2006 0,'-11'21'-1'0,"4"13"-48"0,7 16-19 0,8 4 0 0,9-8 40 0,2-2 5 0,1-3 9 0,-2-5 7 0,-4-12 5 0,-1-2 1 0,-2-11-2 0,-4-4 2 0,2-5 11 0,0-4 11 0,0-6 6 0,4-2 0 16,0-10-11-16,-3-1-9 0,-3-4-4 0,-3-1-2 16,-5-5-1-16,-8 1-4 0,-5 1 2 15,-7 0-1-15,-1 1 1 0,-9-4 2 16,-6 0 0-16,-4-3 0 0,-8-1-1 15,3 4 0-15,5 6 1 0,-7 6-2 0,4 13-1 16,3 11-1-16,0 19-1 0,8 9-1 16,2 10 0-16,1 5 2 0,5-1 0 15,7-2 2-15,5-3 0 0,7-4 1 16,6-4 0-16,8-4 0 0,4-5-1 16,3-6 2-16,0-4-1 0,3-4 0 15,4-6 2-15,0-4 0 0,3-4 1 16,-3-5 0-16,1-4 0 0,8-3-1 15,-1-3 1-15,2-1 2 0,-2-5-1 0,-7 2 1 16,-2 2-1-16,-3 7 0 0,-1 3-2 16,-7 7-1-16,0 6-3 0,0 8-4 15,-3 8-2-15,-3 10-4 0,-4 7-13 16,-5 9-16-16,-1 5-27 0,-1 5-20 16,2 1-14-16,2-3 50 0</inkml:trace>
  <inkml:trace contextRef="#ctx0" brushRef="#br0" timeOffset="9315.39">15927 4179 1863 0,'45'109'-75'0,"-8"-39"21"0,4 18 28 0,-7-7 21 0,5 12 1 0,-9-2 3 0,-1-8 1 0,-5-16 0 0,1-9 0 0,0-7 4 0,-2-5 9 16,-3-6 7-16,3-7 8 0,-1-10 1 0,0-10-5 15,1-10-6-15,-7-6-7 0,-5-10-2 16,-3-4-11-16,-1-7-18 0,-3-4-13 15,-2-6-13-15,-2-2-9 0,-3-2 1 16,-4-4 2-16,2 1 5 0,-2-3 15 16,-3-6 13-16,-3-10 9 0,-1 1 5 0,-4-2 2 15,1 8 1-15,4 10-1 0,3 11 0 16,5 18-4-16,1 15 2 0,-2 18 0 16,-1 16 2-16,-4 20 3 0,-2 14 0 15,-5 7 2-15,-4-1 0 0,-1-9 2 16,-2-7-2-16,3 0-1 0,3-4 1 15,3-5-2-15,1-6 1 0,2-9 1 0,2-14 0 16,2-11-5-16,7-15-3 0,8-17-16 16,10-14-10-16,8-12 18 0</inkml:trace>
  <inkml:trace contextRef="#ctx0" brushRef="#br0" timeOffset="9732.18">17583 3824 1762 0,'43'30'30'16,"-7"-7"19"-16,7 6-110 0,1-4 12 15,-1-3 20-15,-3-1 3 0,-1-5 8 16,-6-3 14-16,-2-7 1 0,-3-4 3 15,-3-5 0-15,1-2 4 0,-5-6 8 16,3-3 4-16,0-2 3 0,1 0-5 0,3-2-5 16,-3 1-6-16,-3-1-1 0,-4-2 0 15,-5 1-1-15,-7-2-1 0,-5 0 0 16,-4-1 1-16,-8-1 0 0,-6-4 0 16,-3 0-1-16,-4 1-3 0,0 3-1 15,-2 7-1-15,3 6 1 0,-1 11 1 0,-1 10-1 16,-2 12 1-16,-5 9 1 0,-2 9-1 15,-1 8 0-15,1 7 2 0,-3 5-1 16,1 5 2-16,1-1 0 0,2-4 0 16,5-9 0-16,1-10 0 0,5-7 0 15,1-9 0-15,6-10 1 0,3-7-1 16,0-5-4-16,1-8-18 0,0-6-23 16,-2-8-13-16,3-12 537 0,2-11-363 0</inkml:trace>
  <inkml:trace contextRef="#ctx0" brushRef="#br0" timeOffset="10167.29">17311 1740 1353 0,'-11'-9'72'0,"12"7"202"0,7 11-390 0,6 17 31 0,3 8 50 0,0 4 30 16,1-1 3-16,0-3 0 0,6-6 2 0,-4-8 12 0,-2-8 16 0,-1-5 15 0,-5-7 11 0,3-4 0 0,6-5-6 0,2-7-9 0,0-5-12 15,3-7-10-15,1-3-9 0,-1 0-5 16,-3-2-1-16,-3 0-2 0,-5-2 1 15,-5-1-1-15,-5 1 0 0,-4-1-3 16,-5 0-1-16,-3-5 2 0,-6-5 0 16,-5-7 1-16,-4-1 0 0,-2 5-5 15,-3 6-2-15,2 13 0 0,1 9 2 0,2 12 0 16,1 6 2-16,3 6 0 0,3 9 1 16,-7 10-1-16,2 12 0 15,1 15 0-15,-2 12 1 0,7 4 1 0,4-1 2 16,2-2-1-16,2-2 1 0,2 3 0 15,3 3 0-15,1 4 0 0,0 2 0 16,1-5 3-16,-2-5-10 0,-3-7-48 16,-6-9 38-16</inkml:trace>
  <inkml:trace contextRef="#ctx0" brushRef="#br0" timeOffset="12931.44">12181 6379 1079 0,'-1'5'26'0,"1"-3"-15"0,0 5-17 0,0-2-4 0,1 1 3 0,-1 0 4 0,0 0 3 0,-1-1 0 0,-1-3 6 0,1-1 15 0,0-1 20 0,0 0 16 0,-1 0 8 0,-1-1-3 0,1-1-10 0,1 0-11 16,-2-2-11-16,2 1-11 0,0 1-8 15,1-1-5-15,0 0-3 0,0 3-2 16,0-1 0-16,0-1 0 0,0 2-1 16,0 0 0-16,0-2 0 0,0 1 0 15,0 0 0-15,0 0 0 0,1 0 0 0,0 1 0 16,1 0 0-16,5-2 0 0,-2 2 0 16,2 0 0-16,2 0 0 0,2 0 0 15,2 2 1-15,1-1-1 16,-1 1 1-16,-3 1-1 0,-2 2 0 0,0 1 0 15,2-2 1-15,6 2-1 0,1 0 1 16,1-1-1-16,1 1 1 0,1-1-1 16,0 1 1-16,-1-2-1 0,-3 1 0 15,-3-2 0-15,-1 0 0 0,-5 0 0 16,1-1 1-16,-2-1-1 0,1 0 0 0,-3-1 1 16,1 0 0-16,-2-1 1 0,-1-1 3 15,-2-2 3-15,-1 0 2 0,-2-1 2 16,-1-3-3-16,0 0-1 0,-2 0-1 15,0-1-2-15,-2 0-2 0,-1 0 0 16,2 0-2-16,-3 4 0 0,0 0-1 0,-3 3 1 16,-3 2-1-16,-3 0 0 0,-1 3 0 15,3 3 0-15,-3 0 0 0,5 3 0 16,0 2 0-16,2 3 0 0,5 1 0 16,3-1-1-16,3 3 1 0,0 0 0 15,0 0-1-15,-1 1 1 0,2-3 0 16,2 0 0-16,3-3 0 0,-2-3-2 15,2-1 0-15,2-4 1 0,5 0-1 16,5-4 2-16,2-2 0 0,6-4 1 0,1-2 1 16,2-1 0-16,1-1-1 0,-4-1 1 15,-2-4 2-15,0 0-1 0,0-1 1 16,1-1-1-16,-4-1-1 0,-1 1 0 16,-6 0 1-16,-1-1 1 0,-2 0 4 15,-2-1 1-15,-3-1 0 0,0 2-3 16,-2 3-2-16,-2 4-4 0,0 2 0 15,0 5 0-15,0 4 0 0,-1 2 0 0,-4 6 1 16,0 7-1-16,-4 4 0 0,0 3 0 16,1 1 0-16,0-4 0 0,2-1 1 15,2-4-1-15,1 0 1 0,1-3-1 16,2-2 0-16,0-2 0 0,2-2 0 16,0-1 0-16,1-3 0 0,2-1 1 0,0 0 0 15,3-2 0-15,1-2 1 0,1 0-2 16,-2-3 2-16,-2-1-1 0,-2 0 0 15,0-2 1-15,1 0 0 0,1-1-2 16,-1-2 1-16,0 0 1 0,-4 0 1 16,-1-2 0-16,-5 1 1 0,-1-2-1 15,0 1-2-15,2 3 0 0,-1 3-1 16,1 2 0-16,-2 4 1 0,-3 2-1 16,0 1 0-16,1 0 0 0,0 4 0 0,2 4-1 15,0 3 1-15,0 4-1 16,3-1 1-16,0 2 0 0,-2-1 0 0,3-4 0 15,-1-1 0-15,2-2 0 0,1-2 0 16,0-2 0-16,2-2 0 0,0-2 0 16,2 1 0-16,0-2 2 0,0-1 1 15,2-2 0-15,0-3 0 0,-2-1 0 0,1-1 4 16,-2 0 4-16,0-1 2 0,-2 0 2 16,1-3-3-16,-4 1-4 0,0 0-3 15,-2 1-3-15,-3-1 0 0,0 3-1 16,0 2-1-16,-3 1 0 0,-1 5 0 15,-3 1 0-15,-3 3-1 0,-1 5 1 16,-1 4-1-16,3 6 1 0,-2 2 0 16,-1 0 0-16,0 0 0 0,-4-3 0 15,4-4 0-15,4 1 0 0,5-3 0 16,2-2 0-16,3-1 0 0,3-2 0 0,2-1-1 16,1-3-1-16,4 0 1 0,-1-1 0 15,3-1 0-15,3-1 1 0,2-2 0 16,3-2 1-16,2-2 0 0,-1-1 0 15,-1-1 0-15,0 0 0 0,-4-2-1 16,-4 0 1-16,-3 1 0 0,-1 0-1 16,-3 1 1-16,2-2 1 0,-4 0-2 0,-1-2 2 15,-3 0-1-15,3 2-1 0,-1 3 0 16,-3 2 0-16,-1 6-1 0,-3 1 0 16,-4 6 0-16,1 3 0 0,-3 4 0 15,2-1 1-15,3 3 0 0,3 1 0 16,3 0 0-16,2 1 0 0,3-2 0 15,1-1 0-15,2-2-1 0,2 0 1 16,3-2 0-16,4-1 0 0,3-2-1 0,3-2 1 16,0 0 0-16,0-3 0 0,-1-1 0 15,0-2 0-15,-4-5 0 0,-1 1 1 16,3-2 0-16,-3-2-1 0,4-1 2 16,0-3-1-16,-2-1 0 0,-2-1 1 15,-3-2-2-15,-4 0 1 0,0 1 6 16,-3 0 4-16,-1 1 5 0,-2 0 2 15,-2 3-3-15,-1 1-6 0,-3 6-5 16,-6 4-3-16,-3 7-1 0,-4 7 0 0,-6 5-19 16,-14 4-72-16,-14-3 61 0</inkml:trace>
  <inkml:trace contextRef="#ctx0" brushRef="#br0" timeOffset="18698.41">12506 8081 1730 0,'-3'11'44'0,"-37"-8"-28"0,37 3-15 0,4-1-3 0,3 3 0 0,2 0 2 0,-1-1 1 0,2 0 1 0,-1-1 1 0,-3-3-1 0,-3-1 2 0,1-2 6 0,-1 2 10 0,0-2 13 0,0 0 9 15,0 0-4-15,0 0-9 0,0 0-15 16,-2 1-10-16,0 2-3 0,-2 4-1 15,1 2 0-15,-1 4 0 0,-3 4-1 16,0 5 1-16,-2 3-1 0,1 5 0 16,-1 5 1-16,-5 7 0 0,-3 4-1 0,-7 0 1 15,-2 3 0-15,1-1 0 0,-3-2 0 16,6 3 0-16,-2 2 0 0,-3 2 0 16,0 6 1-16,-15 7-1 0,7 0 2 15,5 4 1-15,-5-2 1 0,4-2 1 16,-11-2 3-16,-1 2 0 0,-8 6 0 15,0 6 0-15,7 0-2 0,-3 0-2 0,9-7-2 16,2-6 0-16,-8 1-1 0,7-5 1 16,4 3-2-16,4 2 1 0,4-1-1 15,-4-2 1-15,-2-5-1 0,-3-7 4 16,4-7 6-16,1-1 3 0,0-4 9 16,3-3 1-16,0-4-4 0,6-1 1 15,5-2-8-15,4-5-5 0,3 0-1 16,4-4-1-16,1-2 0 0,3-1-1 15,0-5 0-15,-2 0-3 0,0-5 1 0,-2-2-1 16,1-2 0-16,0-2 1 0,-2-1-1 16,0-1 1-16,-1-3-1 0,-2-7-1 15,1-4-1-15,2-5 0 0,-1-9-2 16,4-3 1-16,2-4 0 0,3-5-2 16,7-4 1-16,3-1-1 0,0-1 1 15,0-6 1-15,-4-2 0 0,4-7 1 0,3-1 1 16,10 0 0-16,4 4 0 15,-1 5 0-15,1 4 0 0,-5 4 0 0,-4 4 0 16,-2 2 0-16,0 2 1 0,-2-5 1 16,0 2-1-16,-3 4-1 0,-5 2 1 15,-3 4-1-15,-1 5 0 0,-3 0 0 16,0 3 0-16,-2 6-1 0,0 5 0 16,-1 2 0-16,0 3 0 0,-1 3-1 15,0 2 0-15,-1 2 0 0,0 5 1 16,-2 5 0-16,-2 6 1 0,-3 10-2 0,-3 7 2 15,-1 11-2-15,-1 2 1 0,2 6 0 16,-1-2 1-16,1-1 0 0,1 1 0 16,1-1 1-16,-3 3-1 0,-4 4 0 15,-6 5 0-15,-1 4 0 0,-2 0 0 16,4-2 0-16,7-7 0 0,-4-5 1 16,-1 2-1-16,-4-3 1 0,-6 1 0 0,0-1-1 15,9 0 2-15,3-3 0 0,2-2 1 16,5-8-1-16,-3-3 2 0,0-8-1 15,4-4 0-15,3-3-1 0,5-5 1 16,0-5-1-16,3-3 0 0,1-1 1 16,3-3 0-16,3-1 0 0,3-1-1 15,3 0 1-15,2-2 1 0,-1-4 0 16,3 0-1-16,5-5 1 0,5 1-2 16,12-1 0-16,-8-1 0 0,4-2-1 0,1-1 1 15,1 1-1-15,7 2-1 0,2-1 1 16,-5 2 0-16,-2 6-1 0,-5-1 0 15,-3 0 1-15,3 1-1 0,3-6 0 16,0 2 4-16,8-3-10 0,-11-1-17 16,-1-1-26-16,-1 0-38 0,0-1-36 15,8 2-25-15,-1 2-5 0,-2 5 224 0,-3 3-76 16</inkml:trace>
  <inkml:trace contextRef="#ctx0" brushRef="#br0" timeOffset="19148.91">12380 11196 1705 0,'22'29'72'16,"-7"-24"37"-16,2 1-53 0,-3-8-6 0,1-4 15 0,0-8-10 0,0-6-16 0,3-7-18 0,-1-3-13 0,-5-9-4 0,-4-4 2 15,-3-6-1-15,-4-6 2 0,0-2 2 0,-1-2-2 0,-2-4 0 0,-3-5-1 0,-3-7-2 0,1-3-1 16,-4-2-2-16,4 5-1 0,1 3 0 16,0 4 0-16,3-3 0 0,1 3-2 15,2 4-2-15,2 6-2 0,2 12-1 16,3 12 1-16,1 5 0 0,1 5 1 16,1 6-1-16,0 5-4 0,0 6-3 15,2 6-1-15,1 5 1 0,2 9 5 16,0 4 4-16,10 12 2 0,2 9 0 0,9 12 1 15,5 13 0-15,-2 2 1 0,5 2 0 16,2-5-1-16,4-1 1 0,-1 2 0 16,2 0 0-16,-5 7 0 0,-6 2 1 15,6-5-1-15,-9-3 0 0,-6-5 1 16,1-7 0-16,-10 2 1 0,-3-1 0 16,-2 1-1-16,-7-4 0 0,-5 1 1 15,-3-5 1-15,-2-8-10 0,-2-4-22 0,-2-10-29 16,-5-2-31-16,-6-3-14 0,-2-6-12 15,-3-5-2-15,-2-7 58 0,-4-5 17 16</inkml:trace>
  <inkml:trace contextRef="#ctx0" brushRef="#br0" timeOffset="19330.72">12480 10797 1779 0,'4'2'48'0,"11"-2"-24"0,11-2-19 0,8-6-4 0,10-8-1 0,3-5-12 0,12-10-19 15,8-12-20-15,8-13-24 0,10-14-18 0,-1-9-15 16,3-6 59-16</inkml:trace>
  <inkml:trace contextRef="#ctx0" brushRef="#br0" timeOffset="19998.41">14584 7722 1406 0,'23'2'28'15,"8"0"-32"-15,7-4-1 16,-2-3 15-16,1-2 14 0,3-3 18 0,5-3 17 16,4-5 8-16,4-2 4 0,10-4 1 15,2-1-4-15,3-3-5 16,1-2-9-16,3-4-15 0,7-3-11 0,12-4-11 15,9-3-7-15,-2-3-5 0,5-2-2 16,2-1-2-16,10 1-1 0,9-1 1 16,-2 3-1-16,-2 4 0 0,2 0 1 0,0-1 0 15,2-5-1-15,1-5 1 0,0-1-1 16,3-3 0-16,-2 1 0 0,-2 4 0 16,3 0 1-16,-1 6 0 0,0 1 0 15,0 1 0-15,-5 0-1 0,-2-2 0 16,2-4 1-16,0 4-1 0,-8 1 0 15,-10 4 1-15,-2 9-1 0,-8 0 0 0,-1 7 0 16,-13 3 0-16,-13 3 0 0,-10 4-1 16,-11 4 0-16,-5 4-1 0,-6 2 0 15,-6 5 0-15,-8 0-1 0,-5 1 0 16,-7 0-6-16,-5 0-20 0,-3-1-15 16,-5-1-29-16,-1-5-24 0,-4-2-8 15,1-3-14-15,4-6-236 0,6-6 237 0</inkml:trace>
  <inkml:trace contextRef="#ctx0" brushRef="#br0" timeOffset="20851.16">20664 4817 1984 0,'19'-22'8'0,"-7"7"-68"0,3 6 4 0,2 9 4 0,2 5 26 0,1 5 14 0,-5 3 5 0,-4 4 1 0,-7 3 2 0,-4 4 0 0,-4 5 2 0,-4 9 1 0,-2 13 1 0,-2 15 0 16,-2 15 4-16,1 3 6 0,1-1 3 15,3-7 0-15,2-5-1 0,4 2-7 16,1 5-3-16,2 3 0 0,0-8-1 15,4-9 2-15,1-12-1 0,2-13 0 16,2-6 1-16,-2-4-2 0,-3-7 0 16,-1-2 1-16,-3-3 0 0,-4-4 1 0,-3-4 1 15,-2-5-1-15,1-1 4 0,-4-3 2 16,-2-4 1-16,-3-6 4 0,-2-6 1 16,0-5 3-16,1-5 4 0,-2-5 1 15,-2-4-3-15,7-9-2 0,4-8-4 16,9-8-4-16,2-10-4 0,0-6-3 15,0-5-3-15,0-5-1 0,1-9-1 16,9-2-1-16,6-1 0 0,5 2 1 16,3 8-2-16,1 9-2 0,-2 1-2 15,9 2-4-15,6 5 0 0,4 2 1 0,7 12 1 16,-2 10 2-16,1 8 2 0,-5 9 1 16,-3 6 4-16,3 9-1 0,-5 9 0 15,1 7 0-15,-2 11-1 0,-6 11-2 16,-8 7 0-16,-3 11-1 0,-7 9 0 15,-9 9 3-15,-5 3 2 0,-8 1 1 16,-6-7 0-16,-5-4 1 0,-2-5 0 16,-10-1 0-16,-1-1 2 0,1-5-1 0,0-3 0 15,6-7 1-15,5-4-1 0,0-6 1 16,2-3 1-16,1-3-1 0,3-2-1 16,2-4 1-16,3-2 0 0,4-3 3 15,1-2 2-15,3-1 1 0,2 0 1 16,-1 0-3-16,2-6-4 0,4 1-2 15,7-3-1-15,6-1 0 0,5-1 1 16,4 1 0-16,2 2-1 0,4 5 0 0,3 2 0 16,3 8 0-16,1 8 0 0,-2 9 0 15,1 7-2-15,-3 6 0 0,1 7 1 16,-2 2-2-16,-4 5 1 0,-2-1 1 16,-9 4 0-16,-4 5 0 0,-3 8 1 15,-4 0-2-15,-2-2 2 0,-5-4 0 16,-2-8 0-16,-6-9 10 0,-6-2 10 0,-3-5 10 15,-4-1 9-15,-10-2-2 0,-8-3-7 16,-7 2-8-16,-11-2-10 0,-9 3-6 16,-5-2-2-16,-5-4-2 0,-10-9-1 15,-11-7 0-15,-8-6 4 0,-5-3-8 16,-8-4-21-16,-11-9-37 0,-6-4-50 16,-9-9-45-16,-11-6 0 0,-3-5 74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0550D2-614B-44FD-BC39-ACF0F4185B8E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4404A-E578-4C9D-9207-5366143A889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266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4404A-E578-4C9D-9207-5366143A8895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8668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4404A-E578-4C9D-9207-5366143A8895}" type="slidenum">
              <a:rPr lang="en-IN" smtClean="0"/>
              <a:t>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1902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848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34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666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655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412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70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1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836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3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55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369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A3636-4462-45DC-BB00-FF6375F9F6C0}" type="datetimeFigureOut">
              <a:rPr lang="en-IN" smtClean="0"/>
              <a:t>19-09-2025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F3EC4-EDD9-42C1-AC18-D944FC4FABD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301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3F2F65-8282-9C7E-CEBC-B3FCF09DF9DC}"/>
              </a:ext>
            </a:extLst>
          </p:cNvPr>
          <p:cNvSpPr txBox="1"/>
          <p:nvPr/>
        </p:nvSpPr>
        <p:spPr>
          <a:xfrm>
            <a:off x="1267097" y="1288145"/>
            <a:ext cx="96578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ARTIFICIAL INTELLIGENCE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&amp;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10671-249C-340E-19B5-2BA72FEB1F0C}"/>
              </a:ext>
            </a:extLst>
          </p:cNvPr>
          <p:cNvSpPr txBox="1"/>
          <p:nvPr/>
        </p:nvSpPr>
        <p:spPr>
          <a:xfrm>
            <a:off x="1267096" y="3566771"/>
            <a:ext cx="101776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0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+mj-ea"/>
                <a:cs typeface="+mj-cs"/>
              </a:rPr>
              <a:t>SESSION NO : </a:t>
            </a:r>
            <a:r>
              <a:rPr lang="en-US" sz="3000" b="1" cap="all" dirty="0">
                <a:latin typeface="Gill Sans MT"/>
                <a:ea typeface="+mj-ea"/>
                <a:cs typeface="+mj-cs"/>
              </a:rPr>
              <a:t>27</a:t>
            </a:r>
          </a:p>
          <a:p>
            <a:pPr algn="ctr"/>
            <a:endParaRPr lang="en-US" sz="3000" b="1" cap="all" dirty="0">
              <a:latin typeface="Gill Sans MT"/>
              <a:ea typeface="+mj-ea"/>
              <a:cs typeface="+mj-cs"/>
            </a:endParaRPr>
          </a:p>
          <a:p>
            <a:pPr algn="ctr"/>
            <a:r>
              <a:rPr lang="en-US" sz="3000" b="1" cap="all" dirty="0">
                <a:latin typeface="Gill Sans MT"/>
                <a:ea typeface="+mj-ea"/>
                <a:cs typeface="+mj-cs"/>
              </a:rPr>
              <a:t>Support VECTOR MACHINE (SVM) – Part -1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Support Vector Machine (SVM)?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Machine, commonly known as SVM, is a popular supervised machine learning algorithm used for solving classification and regression problems. </a:t>
            </a: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88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0BB82-8FF5-9E53-FF91-ABA4A8FC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CBA8-A204-01FE-3C69-E08C542F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11559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Support Vector Machine (SVM)?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20BDA-A30D-F8E3-FACF-E0C342992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1142048"/>
            <a:ext cx="11856720" cy="4351338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dirty="0"/>
              <a:t>“Support Vector Machine” (SVM) is a supervised machine learning algorithm which can be </a:t>
            </a:r>
            <a:r>
              <a:rPr lang="en-US" b="1" dirty="0">
                <a:solidFill>
                  <a:srgbClr val="C00000"/>
                </a:solidFill>
              </a:rPr>
              <a:t>used for both classification or regression challenges. However, it is mostly used in classification problems</a:t>
            </a:r>
            <a:r>
              <a:rPr lang="en-US" dirty="0"/>
              <a:t>.</a:t>
            </a:r>
            <a:endParaRPr lang="en-IN" dirty="0"/>
          </a:p>
          <a:p>
            <a:pPr lvl="0">
              <a:lnSpc>
                <a:spcPct val="150000"/>
              </a:lnSpc>
            </a:pPr>
            <a:r>
              <a:rPr lang="en-US" dirty="0"/>
              <a:t>In this algorithm, we plot each data item as a point in n-dimensional space (where n is number of features you have) with the value of each feature being the value of a particular coordinate.</a:t>
            </a:r>
            <a:endParaRPr lang="en-IN" dirty="0"/>
          </a:p>
          <a:p>
            <a:pPr lvl="0">
              <a:lnSpc>
                <a:spcPct val="150000"/>
              </a:lnSpc>
            </a:pPr>
            <a:r>
              <a:rPr lang="en-US" dirty="0"/>
              <a:t>Then, we perform classification by finding the hyperplane that differentiate the two classes very well.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390D1C8E-9B70-1E74-9E13-ECAAED3ED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291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4714A-795A-C6C5-5E31-481BD92C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5BEC-F1F8-9AC6-EE06-EBA75B056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-18351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Support Vector Machine (SVM)?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AA96E-C744-E563-3D5D-A81BDE2EE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653317"/>
            <a:ext cx="11856720" cy="4351338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dirty="0"/>
              <a:t>Generally, Support Vector Machines is considered to be a classification approach, it but can be employed in both types of classification and regression problems.</a:t>
            </a:r>
            <a:endParaRPr lang="en-IN" dirty="0"/>
          </a:p>
          <a:p>
            <a:pPr lvl="0">
              <a:lnSpc>
                <a:spcPct val="150000"/>
              </a:lnSpc>
            </a:pPr>
            <a:r>
              <a:rPr lang="en-US" dirty="0"/>
              <a:t>It </a:t>
            </a:r>
            <a:r>
              <a:rPr lang="en-US" b="1" dirty="0">
                <a:solidFill>
                  <a:srgbClr val="C00000"/>
                </a:solidFill>
              </a:rPr>
              <a:t>can easily handle multiple continuous and categorical variables</a:t>
            </a:r>
            <a:r>
              <a:rPr lang="en-US" dirty="0"/>
              <a:t>.</a:t>
            </a:r>
            <a:endParaRPr lang="en-IN" dirty="0"/>
          </a:p>
          <a:p>
            <a:pPr lvl="0">
              <a:lnSpc>
                <a:spcPct val="150000"/>
              </a:lnSpc>
            </a:pPr>
            <a:r>
              <a:rPr lang="en-US" dirty="0"/>
              <a:t>SVM constructs a </a:t>
            </a:r>
            <a:r>
              <a:rPr lang="en-US" b="1" dirty="0">
                <a:solidFill>
                  <a:srgbClr val="C00000"/>
                </a:solidFill>
              </a:rPr>
              <a:t>hyperplane in multidimensional space</a:t>
            </a:r>
            <a:r>
              <a:rPr lang="en-US" dirty="0"/>
              <a:t> to separate different classes. SVM </a:t>
            </a:r>
            <a:r>
              <a:rPr lang="en-US" b="1" dirty="0">
                <a:solidFill>
                  <a:srgbClr val="C00000"/>
                </a:solidFill>
              </a:rPr>
              <a:t>generates optimal hyperplane </a:t>
            </a:r>
            <a:r>
              <a:rPr lang="en-US" dirty="0"/>
              <a:t>in an iterative manner, which is used to </a:t>
            </a:r>
            <a:r>
              <a:rPr lang="en-US" b="1" dirty="0">
                <a:solidFill>
                  <a:srgbClr val="C00000"/>
                </a:solidFill>
              </a:rPr>
              <a:t>minimize an error</a:t>
            </a:r>
            <a:r>
              <a:rPr lang="en-US" dirty="0"/>
              <a:t>.</a:t>
            </a:r>
            <a:endParaRPr lang="en-IN" dirty="0"/>
          </a:p>
          <a:p>
            <a:pPr lvl="0">
              <a:lnSpc>
                <a:spcPct val="150000"/>
              </a:lnSpc>
            </a:pPr>
            <a:r>
              <a:rPr lang="en-US" dirty="0"/>
              <a:t>The core idea of SVM is to find a </a:t>
            </a:r>
            <a:r>
              <a:rPr lang="en-US" b="1" dirty="0">
                <a:solidFill>
                  <a:srgbClr val="C00000"/>
                </a:solidFill>
              </a:rPr>
              <a:t>maximum marginal hyperplane(MMH) </a:t>
            </a:r>
            <a:r>
              <a:rPr lang="en-US" dirty="0"/>
              <a:t>that best divides the dataset into classes.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DB0D59CA-CCAE-D3B9-334B-03747D825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7295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B1CB8-EFB7-03B1-8A31-907C7F8B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2171E-701A-6466-A626-7C65EEE6E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115592"/>
            <a:ext cx="10515600" cy="71804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Support Vector Machine (SVM)?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B6379-50EC-CBDD-C4B9-5491D47B6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15" y="1256613"/>
            <a:ext cx="11384280" cy="500131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The goal of SVM is to draw a decision boundary or hyperplane to separate a given dataset into multiple classes.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This decision boundary helps in classifying new examples into the appropriate classes.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 dimension of the hyperplane depends on the features present in the data. If there are only two features (X and Y), a straight line can be drawn as the hyperplane.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Otherwise, when there are more than two features, a plane or higher-dimensional hyperplane is required.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9F0A060-1C1B-7D1E-641A-68C7FA663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623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BE6F9-20A1-0EEF-611E-F507CC92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C53A1-CA15-DC21-CD4E-A854C9F80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2455" y="103786"/>
            <a:ext cx="5621283" cy="798809"/>
          </a:xfrm>
        </p:spPr>
        <p:txBody>
          <a:bodyPr>
            <a:noAutofit/>
          </a:bodyPr>
          <a:lstStyle/>
          <a:p>
            <a:r>
              <a:rPr lang="en-IN" b="1" dirty="0"/>
              <a:t>Support Vector Machine</a:t>
            </a: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0A991BF4-39F1-657D-C16A-C270218C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0B65678-B42D-59D4-684E-0C2E84CC6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66" y="1079938"/>
            <a:ext cx="10484067" cy="5180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1948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88690-93C0-2645-3570-052215FE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B897D-7642-61BE-AE68-62662A27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082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13C68-100C-9701-7F07-1588C396B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4E9C5-66AD-6B82-B085-44AC3E87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8EC9B54-E92E-77D2-999D-F56563F85C05}"/>
                  </a:ext>
                </a:extLst>
              </p14:cNvPr>
              <p14:cNvContentPartPr/>
              <p14:nvPr/>
            </p14:nvContentPartPr>
            <p14:xfrm>
              <a:off x="1546560" y="339840"/>
              <a:ext cx="6184080" cy="4997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8EC9B54-E92E-77D2-999D-F56563F85C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7200" y="330480"/>
                <a:ext cx="6202800" cy="501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5543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B1D2E-B29F-D78B-DB6E-132FEABA6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24092-3410-19F6-621E-55992AF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2455" y="103786"/>
            <a:ext cx="5621283" cy="798809"/>
          </a:xfrm>
        </p:spPr>
        <p:txBody>
          <a:bodyPr>
            <a:noAutofit/>
          </a:bodyPr>
          <a:lstStyle/>
          <a:p>
            <a:r>
              <a:rPr lang="en-US" b="1" dirty="0"/>
              <a:t>Decision Vectors</a:t>
            </a:r>
            <a:endParaRPr lang="en-IN" b="1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7683B915-B7BA-2ED3-7680-FE26CA23B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8">
            <a:extLst>
              <a:ext uri="{FF2B5EF4-FFF2-40B4-BE49-F238E27FC236}">
                <a16:creationId xmlns:a16="http://schemas.microsoft.com/office/drawing/2014/main" id="{E578775C-CFCA-97C3-9DA2-D7ABECF9CCEB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0505" y="1114186"/>
            <a:ext cx="10035348" cy="504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193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A3810-ECC2-75B1-6CD7-28D6F9FE4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B318-D669-4186-1752-793FE0DC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11559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Support Vector Machine (SVM)?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2795F-25DC-165F-01D4-DCEB83A86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" y="1066114"/>
            <a:ext cx="11384280" cy="435133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Support Vectors</a:t>
            </a:r>
            <a:endParaRPr lang="en-IN" sz="1200" dirty="0"/>
          </a:p>
          <a:p>
            <a:pPr lvl="1"/>
            <a:r>
              <a:rPr lang="en-US" dirty="0"/>
              <a:t>Support vectors are the </a:t>
            </a:r>
            <a:r>
              <a:rPr lang="en-US" b="1" dirty="0">
                <a:solidFill>
                  <a:srgbClr val="C00000"/>
                </a:solidFill>
              </a:rPr>
              <a:t>data points, which are closest to the hyperplane. </a:t>
            </a:r>
            <a:r>
              <a:rPr lang="en-US" dirty="0"/>
              <a:t>These points will define the separating line better by calculating margins.</a:t>
            </a:r>
            <a:endParaRPr lang="en-IN" sz="1100" dirty="0"/>
          </a:p>
          <a:p>
            <a:r>
              <a:rPr lang="en-US" dirty="0"/>
              <a:t>These points are more relevant to the construction of the classifier.</a:t>
            </a:r>
            <a:endParaRPr lang="en-IN" dirty="0"/>
          </a:p>
          <a:p>
            <a:pPr lvl="0"/>
            <a:r>
              <a:rPr lang="en-US" dirty="0"/>
              <a:t>Hyperplane</a:t>
            </a:r>
            <a:endParaRPr lang="en-IN" sz="1200" dirty="0"/>
          </a:p>
          <a:p>
            <a:pPr lvl="1"/>
            <a:r>
              <a:rPr lang="en-US" dirty="0"/>
              <a:t>A hyperplane is a </a:t>
            </a:r>
            <a:r>
              <a:rPr lang="en-US" b="1" dirty="0">
                <a:solidFill>
                  <a:srgbClr val="C00000"/>
                </a:solidFill>
              </a:rPr>
              <a:t>decision plane which separates between a set of objects having different class memberships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Margin</a:t>
            </a:r>
            <a:endParaRPr lang="en-IN" sz="1100" dirty="0"/>
          </a:p>
          <a:p>
            <a:pPr lvl="1"/>
            <a:r>
              <a:rPr lang="en-US" dirty="0"/>
              <a:t>A margin is a </a:t>
            </a:r>
            <a:r>
              <a:rPr lang="en-US" b="1" dirty="0">
                <a:solidFill>
                  <a:srgbClr val="C00000"/>
                </a:solidFill>
              </a:rPr>
              <a:t>gap between the two lines </a:t>
            </a:r>
            <a:r>
              <a:rPr lang="en-US" dirty="0"/>
              <a:t>on the closest class points.</a:t>
            </a:r>
            <a:endParaRPr lang="en-IN" sz="1050" dirty="0"/>
          </a:p>
          <a:p>
            <a:pPr lvl="1"/>
            <a:r>
              <a:rPr lang="en-US" dirty="0"/>
              <a:t>This is calculated as the </a:t>
            </a:r>
            <a:r>
              <a:rPr lang="en-US" b="1" dirty="0">
                <a:solidFill>
                  <a:srgbClr val="C00000"/>
                </a:solidFill>
              </a:rPr>
              <a:t>perpendicular distance from the line to support vectors </a:t>
            </a:r>
            <a:r>
              <a:rPr lang="en-US" dirty="0"/>
              <a:t>or closest points.</a:t>
            </a:r>
            <a:endParaRPr lang="en-IN" sz="1050" dirty="0"/>
          </a:p>
          <a:p>
            <a:pPr lvl="1"/>
            <a:r>
              <a:rPr lang="en-US" dirty="0"/>
              <a:t>If the </a:t>
            </a:r>
            <a:r>
              <a:rPr lang="en-US" b="1" dirty="0">
                <a:solidFill>
                  <a:srgbClr val="C00000"/>
                </a:solidFill>
              </a:rPr>
              <a:t>margin is larger </a:t>
            </a:r>
            <a:r>
              <a:rPr lang="en-US" dirty="0"/>
              <a:t>in between the classes, then it is considered a </a:t>
            </a:r>
            <a:r>
              <a:rPr lang="en-US" b="1" dirty="0"/>
              <a:t>good margin</a:t>
            </a:r>
            <a:r>
              <a:rPr lang="en-US" dirty="0"/>
              <a:t>, a </a:t>
            </a:r>
            <a:r>
              <a:rPr lang="en-US" b="1" dirty="0">
                <a:solidFill>
                  <a:srgbClr val="C00000"/>
                </a:solidFill>
              </a:rPr>
              <a:t>smaller margin is a bad margin.</a:t>
            </a:r>
            <a:endParaRPr lang="en-IN" sz="1050" b="1" dirty="0">
              <a:solidFill>
                <a:srgbClr val="C00000"/>
              </a:solidFill>
            </a:endParaRPr>
          </a:p>
          <a:p>
            <a:pPr lvl="1"/>
            <a:endParaRPr lang="en-IN" sz="11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90B9625F-3034-5657-1755-BBD0772FF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61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2C4FA-E6DC-F682-0353-A20EFF68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947CD-1683-6C72-C396-8EFFDCEE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2455" y="103786"/>
            <a:ext cx="5621283" cy="798809"/>
          </a:xfrm>
        </p:spPr>
        <p:txBody>
          <a:bodyPr>
            <a:noAutofit/>
          </a:bodyPr>
          <a:lstStyle/>
          <a:p>
            <a:r>
              <a:rPr lang="en-IN" b="1" dirty="0"/>
              <a:t>Support Vector Machine</a:t>
            </a: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7FF9B665-91B0-2B57-32A9-B60E00846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53">
            <a:extLst>
              <a:ext uri="{FF2B5EF4-FFF2-40B4-BE49-F238E27FC236}">
                <a16:creationId xmlns:a16="http://schemas.microsoft.com/office/drawing/2014/main" id="{951ADB69-3CFA-340A-F90A-CB83B006C8F3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15966" y="1566863"/>
            <a:ext cx="8332579" cy="462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4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44C47-4E06-20F2-E324-152DC022B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C98DD-D04B-AE1D-9EBC-8C1CF1A0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340" y="419349"/>
            <a:ext cx="4282440" cy="376187"/>
          </a:xfrm>
        </p:spPr>
        <p:txBody>
          <a:bodyPr>
            <a:noAutofit/>
          </a:bodyPr>
          <a:lstStyle/>
          <a:p>
            <a:r>
              <a:rPr lang="en-US" dirty="0"/>
              <a:t>How SVM works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45194-AA1B-B9A7-4B4F-0CCE78A28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59" y="1001120"/>
            <a:ext cx="11702415" cy="4351338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main objective is to segregate the given dataset in the best </a:t>
            </a:r>
            <a:r>
              <a:rPr lang="en-US" dirty="0"/>
              <a:t>possible way.</a:t>
            </a:r>
            <a:endParaRPr lang="en-IN" sz="1200" dirty="0"/>
          </a:p>
          <a:p>
            <a:pPr lvl="0">
              <a:lnSpc>
                <a:spcPct val="150000"/>
              </a:lnSpc>
            </a:pP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distance between the either nearest points is known as the margin</a:t>
            </a:r>
            <a:r>
              <a:rPr lang="en-US" dirty="0"/>
              <a:t>.</a:t>
            </a:r>
            <a:endParaRPr lang="en-IN" sz="1200" dirty="0"/>
          </a:p>
          <a:p>
            <a:pPr lvl="0">
              <a:lnSpc>
                <a:spcPct val="150000"/>
              </a:lnSpc>
            </a:pPr>
            <a:r>
              <a:rPr lang="en-US" dirty="0"/>
              <a:t>The objective is to select a </a:t>
            </a:r>
            <a:r>
              <a:rPr lang="en-US" b="1" dirty="0">
                <a:solidFill>
                  <a:srgbClr val="C00000"/>
                </a:solidFill>
              </a:rPr>
              <a:t>hyperplane with the maximum possible margin </a:t>
            </a:r>
            <a:r>
              <a:rPr lang="en-US" dirty="0"/>
              <a:t>between support vectors in the given dataset. SVM searches for the maximum marginal hyperplane in the following steps:</a:t>
            </a:r>
            <a:endParaRPr lang="en-IN" sz="1200" dirty="0"/>
          </a:p>
          <a:p>
            <a:pPr lvl="1">
              <a:lnSpc>
                <a:spcPct val="150000"/>
              </a:lnSpc>
            </a:pPr>
            <a:r>
              <a:rPr lang="en-US" dirty="0"/>
              <a:t>Generate hyperplanes which segregates the classes in the best way.</a:t>
            </a:r>
            <a:endParaRPr lang="en-IN" sz="1200" dirty="0"/>
          </a:p>
          <a:p>
            <a:pPr lvl="1">
              <a:lnSpc>
                <a:spcPct val="150000"/>
              </a:lnSpc>
            </a:pPr>
            <a:r>
              <a:rPr lang="en-US" dirty="0"/>
              <a:t>Select the right hyperplane with the maximum segregation from the either nearest data points.</a:t>
            </a:r>
            <a:endParaRPr lang="en-IN" sz="12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3B6286E-D0BB-674D-C929-2F60210D1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0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0C2BC-D3BB-DA58-3465-DBBF7366E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CA87-4712-F5EA-5B61-7CB8EBE41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340" y="419349"/>
            <a:ext cx="4282440" cy="376187"/>
          </a:xfrm>
        </p:spPr>
        <p:txBody>
          <a:bodyPr>
            <a:noAutofit/>
          </a:bodyPr>
          <a:lstStyle/>
          <a:p>
            <a:r>
              <a:rPr lang="en-US" dirty="0"/>
              <a:t>How SVM works ?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12AE913F-F9C0-F75E-5F0A-0AF48CBDB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3F710E-1A60-CDD7-85B3-58D20564DD82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962026" y="985496"/>
            <a:ext cx="10372724" cy="545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04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0F65A-F304-64AB-8AD4-077BD8548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96117-4A04-36C0-AA96-592BDF3DF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340" y="419349"/>
            <a:ext cx="4282440" cy="376187"/>
          </a:xfrm>
        </p:spPr>
        <p:txBody>
          <a:bodyPr>
            <a:noAutofit/>
          </a:bodyPr>
          <a:lstStyle/>
          <a:p>
            <a:r>
              <a:rPr lang="en-US" dirty="0"/>
              <a:t>How SVM works ?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E4ABCD7-35D1-0AD0-E5FA-3FA1666CF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7C0B7B-2AAF-AF1E-15E4-E63B818C5BA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842265" y="890243"/>
            <a:ext cx="9993120" cy="54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37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492AF-AF4D-1654-9E75-7F390DFFF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5822-BF87-FF1C-4A51-431B3C34A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340" y="419349"/>
            <a:ext cx="4282440" cy="376187"/>
          </a:xfrm>
        </p:spPr>
        <p:txBody>
          <a:bodyPr>
            <a:noAutofit/>
          </a:bodyPr>
          <a:lstStyle/>
          <a:p>
            <a:r>
              <a:rPr lang="en-US" dirty="0"/>
              <a:t>How SVM works ?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59065E4D-D420-9255-E322-CB154D92F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77E5C2-9E43-8409-C286-D7DE6636BE2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752475" y="852128"/>
            <a:ext cx="10378190" cy="549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04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52D4E-56AD-6CBF-6A6C-9CF1836E7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3D50A-B612-8820-B680-A2A8F54CA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340" y="419349"/>
            <a:ext cx="4282440" cy="376187"/>
          </a:xfrm>
        </p:spPr>
        <p:txBody>
          <a:bodyPr>
            <a:noAutofit/>
          </a:bodyPr>
          <a:lstStyle/>
          <a:p>
            <a:r>
              <a:rPr lang="en-US" dirty="0"/>
              <a:t>How SVM works ?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4DD9345-2915-B3F4-BBD8-DCD75E669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FD51EB-166A-BF50-3A4D-2BD0D51AD4D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047038" y="929768"/>
            <a:ext cx="10557010" cy="550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39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D7AAC-2A3D-D6C4-48FC-F35389855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13B8A44C-8762-0485-5792-2453B4EC1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2422EC-2807-5EAE-D011-29ABF8CF0C6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438713" y="60325"/>
            <a:ext cx="10096062" cy="629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77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54391-2964-8314-5366-805753E06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547A1512-1774-60A8-156B-7CCA79898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E28672-837A-90BB-F226-29638ED6BEA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rcRect r="1594"/>
          <a:stretch>
            <a:fillRect/>
          </a:stretch>
        </p:blipFill>
        <p:spPr>
          <a:xfrm>
            <a:off x="1466096" y="60325"/>
            <a:ext cx="10354429" cy="673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79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6C420-1C83-E8CC-92AB-5CAF8DB38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ED26E-D728-E7A5-D951-9ED7149FD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340" y="419349"/>
            <a:ext cx="4282440" cy="376187"/>
          </a:xfrm>
        </p:spPr>
        <p:txBody>
          <a:bodyPr>
            <a:noAutofit/>
          </a:bodyPr>
          <a:lstStyle/>
          <a:p>
            <a:r>
              <a:rPr lang="en-US" dirty="0"/>
              <a:t>How SVM works ?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B82B8903-9359-6A09-B593-583590F39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681E4F-459F-3E04-AA3D-06324A431BB3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218455" y="276225"/>
            <a:ext cx="10669489" cy="601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05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9508F-27C4-4B87-13C7-7BA8006E8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8CAD6-AB87-5285-8285-B0A5BD12C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340" y="419349"/>
            <a:ext cx="4282440" cy="376187"/>
          </a:xfrm>
        </p:spPr>
        <p:txBody>
          <a:bodyPr>
            <a:noAutofit/>
          </a:bodyPr>
          <a:lstStyle/>
          <a:p>
            <a:r>
              <a:rPr lang="en-US" dirty="0"/>
              <a:t>How SVM works ?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2BA35BD-D09F-479A-0C7A-278FC28C1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038E4F-098A-CBE6-0CC1-4044777D36B9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323250" y="419349"/>
            <a:ext cx="10383699" cy="601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44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2F85B-FB0C-0B15-489D-08277564B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7EFCC7D9-C7D5-8C6C-5D89-9DBF0126F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B4EAC0-C66C-15D0-0B0E-5F6A776FF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524" y="-82550"/>
            <a:ext cx="9981326" cy="32580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5A0FF5-9960-8985-D94E-59EA329FA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740" y="3175455"/>
            <a:ext cx="9269119" cy="344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35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B0FEE-52BC-F9B0-C94C-8952C88C5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F7541F80-B11F-1B94-2401-BD2DF567E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A8D3DD-3B13-D43F-4A17-92A9DAE3A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524" y="778373"/>
            <a:ext cx="9930531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237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29786-C5FC-C343-DBC8-7F4F795F4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0D947BC-F68F-1846-AB16-E345463D9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74D63B-2805-4081-900B-810C2A621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309" y="894996"/>
            <a:ext cx="9183382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998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6F97A-5A5F-F012-49FE-8CEDEB7A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8D00-D57A-DC8D-AE5E-18A54FFE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340" y="419349"/>
            <a:ext cx="4282440" cy="376187"/>
          </a:xfrm>
        </p:spPr>
        <p:txBody>
          <a:bodyPr>
            <a:noAutofit/>
          </a:bodyPr>
          <a:lstStyle/>
          <a:p>
            <a:r>
              <a:rPr lang="en-US" dirty="0"/>
              <a:t>How SVM works ?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9D0EC21-6086-C494-8BDB-F08D39A30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DDF460-345B-6806-FDC6-66C305E09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256" y="413916"/>
            <a:ext cx="9945488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89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A8FB5-ABA5-7C66-A484-912D6D9B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E9EB-8161-3C81-F0E5-C67D66C2B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340" y="419349"/>
            <a:ext cx="4282440" cy="376187"/>
          </a:xfrm>
        </p:spPr>
        <p:txBody>
          <a:bodyPr>
            <a:noAutofit/>
          </a:bodyPr>
          <a:lstStyle/>
          <a:p>
            <a:r>
              <a:rPr lang="en-US" dirty="0"/>
              <a:t>How SVM works ?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1188D86B-3B73-EF46-FA0E-76D819C51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CBFF78-275C-3AC1-A690-5E1ADC8C6AE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085150" y="980733"/>
            <a:ext cx="10021699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30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15B2-D6B9-DBEF-F78B-E3B5299D5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AC0D-53A2-9ADB-EA99-404B894BD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2455" y="103786"/>
            <a:ext cx="5621283" cy="798809"/>
          </a:xfrm>
        </p:spPr>
        <p:txBody>
          <a:bodyPr>
            <a:noAutofit/>
          </a:bodyPr>
          <a:lstStyle/>
          <a:p>
            <a:r>
              <a:rPr lang="en-IN" b="1" dirty="0"/>
              <a:t>Support Vector Machine</a:t>
            </a: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7E61E45-DD6E-2F0E-05A1-9FAF70D8C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79">
            <a:extLst>
              <a:ext uri="{FF2B5EF4-FFF2-40B4-BE49-F238E27FC236}">
                <a16:creationId xmlns:a16="http://schemas.microsoft.com/office/drawing/2014/main" id="{389803EB-3BAB-3483-D49A-73D85594AB3C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98717" y="1157168"/>
            <a:ext cx="8095177" cy="419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08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EE307-D88E-C351-3E72-160D7DDF9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A364-3C3F-D90B-499C-BD5AB640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249" y="184748"/>
            <a:ext cx="7886252" cy="894651"/>
          </a:xfrm>
        </p:spPr>
        <p:txBody>
          <a:bodyPr>
            <a:noAutofit/>
          </a:bodyPr>
          <a:lstStyle/>
          <a:p>
            <a:r>
              <a:rPr lang="en-US" dirty="0"/>
              <a:t>Non-linear and inseparable planes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56116-9C18-71B0-93E4-AFC76D1A9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" y="1496420"/>
            <a:ext cx="11384280" cy="435133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Some problems can’t be solved using linear hyperplane.</a:t>
            </a:r>
            <a:endParaRPr lang="en-IN" dirty="0"/>
          </a:p>
          <a:p>
            <a:pPr lvl="0"/>
            <a:r>
              <a:rPr lang="en-US" dirty="0"/>
              <a:t>In such situation</a:t>
            </a:r>
            <a:r>
              <a:rPr lang="en-US" b="1" dirty="0">
                <a:solidFill>
                  <a:srgbClr val="C00000"/>
                </a:solidFill>
              </a:rPr>
              <a:t>, SVM uses a kernel trick to transform the input space to a higher dimensional space</a:t>
            </a:r>
            <a:r>
              <a:rPr lang="en-US" dirty="0"/>
              <a:t> as shown on the right.</a:t>
            </a:r>
            <a:endParaRPr lang="en-IN" dirty="0"/>
          </a:p>
          <a:p>
            <a:pPr lvl="0"/>
            <a:r>
              <a:rPr lang="en-US" dirty="0"/>
              <a:t>The data points are plotted on the x-axis and z- axis (Z is the squared sum of both x and y: z=x^2=y^2).</a:t>
            </a:r>
            <a:endParaRPr lang="en-IN" dirty="0"/>
          </a:p>
          <a:p>
            <a:pPr lvl="0"/>
            <a:r>
              <a:rPr lang="en-US" dirty="0"/>
              <a:t>Now you can easily segregate these points using linear separation.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D12C4C84-1358-29C3-00C9-765BA03DB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604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61E04-47F9-40DD-77D1-F988397C2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DB95-5128-EF10-FDD0-C36A8DC0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2455" y="103786"/>
            <a:ext cx="8223918" cy="798809"/>
          </a:xfrm>
        </p:spPr>
        <p:txBody>
          <a:bodyPr>
            <a:noAutofit/>
          </a:bodyPr>
          <a:lstStyle/>
          <a:p>
            <a:r>
              <a:rPr lang="en-US" dirty="0"/>
              <a:t>Non-linear and inseparable planes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46D78F4F-4814-3284-A910-4F298E159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96">
            <a:extLst>
              <a:ext uri="{FF2B5EF4-FFF2-40B4-BE49-F238E27FC236}">
                <a16:creationId xmlns:a16="http://schemas.microsoft.com/office/drawing/2014/main" id="{F76BC136-C2E0-D08D-93B1-DA7D10586F79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72524" y="1995487"/>
            <a:ext cx="8043941" cy="405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03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BF35D-F0F6-3FFD-C7E6-83722BAAA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1AAA-B075-9E58-A11C-AFCF02100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3002" y="103786"/>
            <a:ext cx="8083603" cy="798809"/>
          </a:xfrm>
        </p:spPr>
        <p:txBody>
          <a:bodyPr>
            <a:noAutofit/>
          </a:bodyPr>
          <a:lstStyle/>
          <a:p>
            <a:r>
              <a:rPr lang="en-US" dirty="0"/>
              <a:t>High Dimensional Space Mapping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17B0C4FD-BD6C-28BA-2D15-0D3DC58B1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105">
            <a:extLst>
              <a:ext uri="{FF2B5EF4-FFF2-40B4-BE49-F238E27FC236}">
                <a16:creationId xmlns:a16="http://schemas.microsoft.com/office/drawing/2014/main" id="{2FFB8D50-A25A-8B43-7220-B14A2048A8A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40242" y="1060397"/>
            <a:ext cx="8594568" cy="541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481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55C78-708B-8644-72D2-143B10930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CB721-3437-BD9F-A05E-7703928D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2455" y="103786"/>
            <a:ext cx="7778244" cy="798809"/>
          </a:xfrm>
        </p:spPr>
        <p:txBody>
          <a:bodyPr>
            <a:noAutofit/>
          </a:bodyPr>
          <a:lstStyle/>
          <a:p>
            <a:r>
              <a:rPr lang="en-US" dirty="0"/>
              <a:t>High Dimensional Space Mapping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47E88637-B9D1-BDB1-FEE6-0A0090DF7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114">
            <a:extLst>
              <a:ext uri="{FF2B5EF4-FFF2-40B4-BE49-F238E27FC236}">
                <a16:creationId xmlns:a16="http://schemas.microsoft.com/office/drawing/2014/main" id="{78AD81B4-8E42-38EC-A08E-D18CED4CA7C0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0" y="1755698"/>
            <a:ext cx="8844455" cy="422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10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09B41-2CD8-FE67-81DD-089981BDD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B0C70-3424-E235-0FC2-6D713C19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955" y="292194"/>
            <a:ext cx="4128759" cy="718048"/>
          </a:xfrm>
        </p:spPr>
        <p:txBody>
          <a:bodyPr>
            <a:noAutofit/>
          </a:bodyPr>
          <a:lstStyle/>
          <a:p>
            <a:r>
              <a:rPr lang="en-US" dirty="0"/>
              <a:t>SVM Kernels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FA058-AE00-C75B-0F8E-954B19CC0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" y="1496420"/>
            <a:ext cx="11384280" cy="435133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The SVM algorithm is implemented in practice using a kernel. A kernel transforms an input data space into the required form.</a:t>
            </a:r>
            <a:endParaRPr lang="en-IN" dirty="0"/>
          </a:p>
          <a:p>
            <a:pPr lvl="0"/>
            <a:r>
              <a:rPr lang="en-US" dirty="0"/>
              <a:t>SVM uses a technique called the kernel trick. Here, the kernel takes a low-dimensional input space and transforms it into a higher dimensional space.</a:t>
            </a:r>
            <a:endParaRPr lang="en-IN" dirty="0"/>
          </a:p>
          <a:p>
            <a:pPr lvl="0"/>
            <a:r>
              <a:rPr lang="en-US" dirty="0"/>
              <a:t>In other words, you can say that it converts non-separable problem to separable problems by adding more dimension to it.</a:t>
            </a:r>
            <a:endParaRPr lang="en-IN" dirty="0"/>
          </a:p>
          <a:p>
            <a:pPr lvl="0"/>
            <a:r>
              <a:rPr lang="en-US" dirty="0"/>
              <a:t>It is most useful in non-linear separation problem. Kernel trick helps you to build a more accurate classifier.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CAAC69C-6C4A-1D6E-78DE-4F3FE52C8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68310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3507E-C2D6-8DBD-98FC-F072046A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13E67-6A18-DC42-3BCE-A16556F0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63" y="265353"/>
            <a:ext cx="4765509" cy="568287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A32BD-CF6B-4838-66EB-A47CFBA38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863" y="1617032"/>
            <a:ext cx="5063490" cy="162778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Linear Kernel</a:t>
            </a:r>
            <a:endParaRPr lang="en-IN" dirty="0"/>
          </a:p>
          <a:p>
            <a:pPr lvl="0"/>
            <a:r>
              <a:rPr lang="en-US" dirty="0"/>
              <a:t>Polynomial Kernel</a:t>
            </a:r>
            <a:endParaRPr lang="en-IN" dirty="0"/>
          </a:p>
          <a:p>
            <a:pPr lvl="0"/>
            <a:r>
              <a:rPr lang="en-US" dirty="0"/>
              <a:t>Radial Basis Function Kernel</a:t>
            </a:r>
            <a:endParaRPr lang="en-IN" dirty="0"/>
          </a:p>
          <a:p>
            <a:pPr lvl="0"/>
            <a:r>
              <a:rPr lang="en-US" dirty="0"/>
              <a:t>Sigmoid Kernel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E05793A9-B478-DD03-FBFA-EBFEAEF6F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57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1CD46-9CD2-1FCB-D638-75A7ADF97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399C-3B75-01DD-D585-0CFBDC12B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499" y="292193"/>
            <a:ext cx="6664490" cy="718049"/>
          </a:xfrm>
        </p:spPr>
        <p:txBody>
          <a:bodyPr>
            <a:noAutofit/>
          </a:bodyPr>
          <a:lstStyle/>
          <a:p>
            <a:r>
              <a:rPr lang="en-US" dirty="0"/>
              <a:t>Radial Basis Function Kernel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B37F9-C957-E44C-017D-A4A2C5311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585" y="1253331"/>
            <a:ext cx="11384280" cy="435133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The Radial basis function kernel is a popular kernel function commonly used in support vector machine classification. RBF can map an input space in infinite dimensional space.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 Here gamma is a parameter, which ranges from 0 to 1. A higher value of gamma will perfectly fit the training dataset, which causes over-fitting. Gamma=0.1 is considered to be a good default value.</a:t>
            </a:r>
            <a:endParaRPr lang="en-IN" dirty="0"/>
          </a:p>
          <a:p>
            <a:pPr lvl="0"/>
            <a:r>
              <a:rPr lang="en-US" dirty="0"/>
              <a:t>The value of gamma needs to be manually specified in the learning algorithm.</a:t>
            </a:r>
            <a:endParaRPr lang="en-IN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7672F55F-D92B-C847-B4A6-AA72A9DBB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982C61-7540-8810-D3F7-1316559A5A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467"/>
          <a:stretch>
            <a:fillRect/>
          </a:stretch>
        </p:blipFill>
        <p:spPr>
          <a:xfrm>
            <a:off x="3481080" y="2533649"/>
            <a:ext cx="4729469" cy="146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9255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D9E3B-A9D1-BE31-927E-B60514B15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A7D307-B3BF-071E-A9E9-64BCF264A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8940" y="2005574"/>
            <a:ext cx="10174120" cy="3334215"/>
          </a:xfrm>
          <a:prstGeom prst="rect">
            <a:avLst/>
          </a:prstGeom>
        </p:spPr>
      </p:pic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862E0B4D-6B06-2D33-8ECB-92BF2B617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BB8CC8C-E0AD-04B4-AB8A-BDE00F32B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499" y="292193"/>
            <a:ext cx="6664490" cy="718049"/>
          </a:xfrm>
        </p:spPr>
        <p:txBody>
          <a:bodyPr>
            <a:noAutofit/>
          </a:bodyPr>
          <a:lstStyle/>
          <a:p>
            <a:r>
              <a:rPr lang="en-US" dirty="0"/>
              <a:t>Radial Basis Function Kernel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04711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F5ACE-53E0-A691-D42C-4A7C21501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6BCC3204-9305-28EB-1AD5-B4E38EE46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ED686E-B3EF-E641-0679-F5F9A2030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Image 156">
            <a:extLst>
              <a:ext uri="{FF2B5EF4-FFF2-40B4-BE49-F238E27FC236}">
                <a16:creationId xmlns:a16="http://schemas.microsoft.com/office/drawing/2014/main" id="{9EB813E6-DE13-2D50-5478-067CD97A0446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76425" y="1193569"/>
            <a:ext cx="10172700" cy="52548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BD80CF3-7064-9CE8-7311-4073E2282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499" y="292193"/>
            <a:ext cx="6664490" cy="718049"/>
          </a:xfrm>
        </p:spPr>
        <p:txBody>
          <a:bodyPr>
            <a:noAutofit/>
          </a:bodyPr>
          <a:lstStyle/>
          <a:p>
            <a:r>
              <a:rPr lang="en-US" dirty="0"/>
              <a:t>Radial Basis Function Kernel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1434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E7EF1-548D-068B-2A1D-0095FEBDC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A2B9E58C-ECB6-3834-87E3-6EA629AEF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165">
            <a:extLst>
              <a:ext uri="{FF2B5EF4-FFF2-40B4-BE49-F238E27FC236}">
                <a16:creationId xmlns:a16="http://schemas.microsoft.com/office/drawing/2014/main" id="{59E4379B-4E4C-B20C-506B-E88A7CB70A5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152490" y="970423"/>
            <a:ext cx="9604680" cy="435133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4371175-87E1-019C-F963-F8AB04D94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499" y="292193"/>
            <a:ext cx="6664490" cy="718049"/>
          </a:xfrm>
        </p:spPr>
        <p:txBody>
          <a:bodyPr>
            <a:noAutofit/>
          </a:bodyPr>
          <a:lstStyle/>
          <a:p>
            <a:r>
              <a:rPr lang="en-US" dirty="0"/>
              <a:t>Radial Basis Function Kernel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643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1A1A-E590-600F-CA69-6C174118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A8FEF936-DA62-B879-45D6-8A04376DC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174">
            <a:extLst>
              <a:ext uri="{FF2B5EF4-FFF2-40B4-BE49-F238E27FC236}">
                <a16:creationId xmlns:a16="http://schemas.microsoft.com/office/drawing/2014/main" id="{1DE89CBE-3CF2-7339-BA5B-F957B783CDE6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41170" y="986045"/>
            <a:ext cx="8899262" cy="441496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38BB28D-307B-D1E0-DDCD-1876777BC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375" y="204158"/>
            <a:ext cx="6730573" cy="592001"/>
          </a:xfrm>
        </p:spPr>
        <p:txBody>
          <a:bodyPr>
            <a:noAutofit/>
          </a:bodyPr>
          <a:lstStyle/>
          <a:p>
            <a:r>
              <a:rPr lang="en-US" dirty="0"/>
              <a:t>Radial Basis Function Kernel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1604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7F43-CF6D-744D-7D41-728C807C8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75D6-F9FC-BE1D-670C-109E3A29E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115591"/>
            <a:ext cx="10515600" cy="718049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kernel</a:t>
            </a: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1F1F85EE-F4ED-5E1D-B181-2DD2D19B7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183">
            <a:extLst>
              <a:ext uri="{FF2B5EF4-FFF2-40B4-BE49-F238E27FC236}">
                <a16:creationId xmlns:a16="http://schemas.microsoft.com/office/drawing/2014/main" id="{CAF0452E-B9A7-5D36-F300-7800E8A95E20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93751" y="1066657"/>
            <a:ext cx="8826598" cy="472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3405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28B5B-3FF3-9D80-B2DB-0DB4C8B2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B350A-4E26-938E-9B7D-664B83946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0759" y="60325"/>
            <a:ext cx="4803930" cy="71804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kernel</a:t>
            </a: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350F6F16-9749-8748-4963-C1D13A791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A248EE-CD31-F5F3-3881-423F95EE0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Image 192">
            <a:extLst>
              <a:ext uri="{FF2B5EF4-FFF2-40B4-BE49-F238E27FC236}">
                <a16:creationId xmlns:a16="http://schemas.microsoft.com/office/drawing/2014/main" id="{1DD5EB3C-506F-1161-C2C1-B968ADE29DA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32402" y="815482"/>
            <a:ext cx="7677960" cy="522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20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4490</TotalTime>
  <Words>922</Words>
  <Application>Microsoft Office PowerPoint</Application>
  <PresentationFormat>Widescreen</PresentationFormat>
  <Paragraphs>81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Gill Sans MT</vt:lpstr>
      <vt:lpstr>Times New Roman</vt:lpstr>
      <vt:lpstr>Office Theme</vt:lpstr>
      <vt:lpstr>PowerPoint Presentation</vt:lpstr>
      <vt:lpstr>What is a Support Vector Machine (SVM)?</vt:lpstr>
      <vt:lpstr>What is a Support Vector Machine (SVM)?</vt:lpstr>
      <vt:lpstr>What is a Support Vector Machine (SVM)?</vt:lpstr>
      <vt:lpstr>What is a Support Vector Machine (SVM)?</vt:lpstr>
      <vt:lpstr>Support Vector Machine</vt:lpstr>
      <vt:lpstr>PowerPoint Presentation</vt:lpstr>
      <vt:lpstr>PowerPoint Presentation</vt:lpstr>
      <vt:lpstr>Decision Vectors</vt:lpstr>
      <vt:lpstr>What is a Support Vector Machine (SVM)?</vt:lpstr>
      <vt:lpstr>Support Vector Machine</vt:lpstr>
      <vt:lpstr>How SVM works ?</vt:lpstr>
      <vt:lpstr>How SVM works ?</vt:lpstr>
      <vt:lpstr>How SVM works ?</vt:lpstr>
      <vt:lpstr>How SVM works ?</vt:lpstr>
      <vt:lpstr>How SVM works ?</vt:lpstr>
      <vt:lpstr>PowerPoint Presentation</vt:lpstr>
      <vt:lpstr>PowerPoint Presentation</vt:lpstr>
      <vt:lpstr>How SVM works ?</vt:lpstr>
      <vt:lpstr>How SVM works ?</vt:lpstr>
      <vt:lpstr>PowerPoint Presentation</vt:lpstr>
      <vt:lpstr>PowerPoint Presentation</vt:lpstr>
      <vt:lpstr>PowerPoint Presentation</vt:lpstr>
      <vt:lpstr>How SVM works ?</vt:lpstr>
      <vt:lpstr>How SVM works ?</vt:lpstr>
      <vt:lpstr>Support Vector Machine</vt:lpstr>
      <vt:lpstr>Non-linear and inseparable planes</vt:lpstr>
      <vt:lpstr>Non-linear and inseparable planes</vt:lpstr>
      <vt:lpstr>High Dimensional Space Mapping</vt:lpstr>
      <vt:lpstr>High Dimensional Space Mapping</vt:lpstr>
      <vt:lpstr>SVM Kernels</vt:lpstr>
      <vt:lpstr>Types of Kernel</vt:lpstr>
      <vt:lpstr>Radial Basis Function Kernel</vt:lpstr>
      <vt:lpstr>Radial Basis Function Kernel</vt:lpstr>
      <vt:lpstr>Radial Basis Function Kernel</vt:lpstr>
      <vt:lpstr>Radial Basis Function Kernel</vt:lpstr>
      <vt:lpstr>Radial Basis Function Kernel</vt:lpstr>
      <vt:lpstr>Types of kernel</vt:lpstr>
      <vt:lpstr>Types of kernel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 Manika Prasuna</dc:creator>
  <cp:lastModifiedBy>P Manika Prasuna</cp:lastModifiedBy>
  <cp:revision>160</cp:revision>
  <dcterms:created xsi:type="dcterms:W3CDTF">2025-05-12T05:57:37Z</dcterms:created>
  <dcterms:modified xsi:type="dcterms:W3CDTF">2025-09-20T12:00:59Z</dcterms:modified>
</cp:coreProperties>
</file>